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sldIdLst>
    <p:sldId id="256" r:id="rId5"/>
    <p:sldId id="827" r:id="rId6"/>
    <p:sldId id="828" r:id="rId7"/>
    <p:sldId id="825" r:id="rId8"/>
    <p:sldId id="794" r:id="rId9"/>
    <p:sldId id="777" r:id="rId10"/>
    <p:sldId id="829" r:id="rId11"/>
    <p:sldId id="830" r:id="rId12"/>
    <p:sldId id="831" r:id="rId13"/>
    <p:sldId id="778" r:id="rId14"/>
    <p:sldId id="787" r:id="rId15"/>
    <p:sldId id="780" r:id="rId16"/>
    <p:sldId id="824" r:id="rId17"/>
    <p:sldId id="782" r:id="rId18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cutive Summary" id="{410011F1-C27A-416D-AF91-7C1562933DFB}">
          <p14:sldIdLst>
            <p14:sldId id="256"/>
            <p14:sldId id="827"/>
            <p14:sldId id="828"/>
            <p14:sldId id="825"/>
          </p14:sldIdLst>
        </p14:section>
        <p14:section name="Personnel" id="{E6134BDE-5F5B-496D-AC52-812B8CA5A0EC}">
          <p14:sldIdLst>
            <p14:sldId id="794"/>
          </p14:sldIdLst>
        </p14:section>
        <p14:section name="Research &amp; Publications Metrics" id="{035BFD85-766D-4353-9C73-DE24BF070D66}">
          <p14:sldIdLst>
            <p14:sldId id="777"/>
            <p14:sldId id="829"/>
            <p14:sldId id="830"/>
            <p14:sldId id="831"/>
            <p14:sldId id="778"/>
          </p14:sldIdLst>
        </p14:section>
        <p14:section name="Stated Research Priorities" id="{CEEA397B-1BEC-464E-A599-ECABEA303EC4}">
          <p14:sldIdLst>
            <p14:sldId id="787"/>
          </p14:sldIdLst>
        </p14:section>
        <p14:section name="Federal Affairs" id="{75939002-2140-41CA-8345-B9788BD54AC6}">
          <p14:sldIdLst>
            <p14:sldId id="780"/>
            <p14:sldId id="824"/>
            <p14:sldId id="7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8DC6808-FBC2-F7B9-1308-4B530EF38AA9}" name="Jamie Burns" initials="JB" userId="S::jaburns@jm-aq.com::5699fa8e-3bd2-4bba-af90-866501305b49" providerId="AD"/>
  <p188:author id="{E663AB09-26C2-7355-8EF1-EE5CE37BABF4}" name="Naomi Wood" initials="NW" userId="S::nwood@jm-aq.com::44884218-f4e2-4dc1-b290-2c641a47c769" providerId="AD"/>
  <p188:author id="{86A2A146-E6A9-5210-03C8-3AFD3A842887}" name="Alec Simantov" initials="AS" userId="S::asimantov@jm-aq.com::295e79f6-a146-411d-aaaa-c09598a6ed0a" providerId="AD"/>
  <p188:author id="{8E8C48B2-9386-A1F5-87D0-6FB7B320F195}" name="Chris Soldan" initials="CS" userId="S::csoldan@jm-aq.com::28691428-3f51-4c53-9d4d-c67c78fa556b" providerId="AD"/>
  <p188:author id="{95061BEC-2D84-E48D-4A6B-F49B4A08653D}" name="Kellianne Lauer" initials="KL" userId="S::klauer@jm-aq.com::2e185b0b-f80c-474f-899b-0ebb3fd925f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E9EC"/>
    <a:srgbClr val="E9F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62F629-A8CA-E313-9CD1-322C14635F0D}" v="2" dt="2026-02-23T19:46:33.1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ie Burns" userId="5699fa8e-3bd2-4bba-af90-866501305b49" providerId="ADAL" clId="{252EC046-43AF-4261-9F60-C9FF254998D7}"/>
    <pc:docChg chg="undo custSel addSld modSld modSection">
      <pc:chgData name="Jamie Burns" userId="5699fa8e-3bd2-4bba-af90-866501305b49" providerId="ADAL" clId="{252EC046-43AF-4261-9F60-C9FF254998D7}" dt="2026-02-19T20:59:17.189" v="843" actId="20577"/>
      <pc:docMkLst>
        <pc:docMk/>
      </pc:docMkLst>
      <pc:sldChg chg="addSp delSp modSp mod chgLayout">
        <pc:chgData name="Jamie Burns" userId="5699fa8e-3bd2-4bba-af90-866501305b49" providerId="ADAL" clId="{252EC046-43AF-4261-9F60-C9FF254998D7}" dt="2026-02-19T20:59:17.189" v="843" actId="20577"/>
        <pc:sldMkLst>
          <pc:docMk/>
          <pc:sldMk cId="3834924878" sldId="777"/>
        </pc:sldMkLst>
        <pc:spChg chg="add mod ord">
          <ac:chgData name="Jamie Burns" userId="5699fa8e-3bd2-4bba-af90-866501305b49" providerId="ADAL" clId="{252EC046-43AF-4261-9F60-C9FF254998D7}" dt="2026-02-19T20:55:29.310" v="774" actId="404"/>
          <ac:spMkLst>
            <pc:docMk/>
            <pc:sldMk cId="3834924878" sldId="777"/>
            <ac:spMk id="2" creationId="{C10174F0-FA1D-27FB-B195-9480C47B18B9}"/>
          </ac:spMkLst>
        </pc:spChg>
        <pc:spChg chg="mod ord">
          <ac:chgData name="Jamie Burns" userId="5699fa8e-3bd2-4bba-af90-866501305b49" providerId="ADAL" clId="{252EC046-43AF-4261-9F60-C9FF254998D7}" dt="2026-02-19T20:52:57.627" v="509" actId="700"/>
          <ac:spMkLst>
            <pc:docMk/>
            <pc:sldMk cId="3834924878" sldId="777"/>
            <ac:spMk id="3" creationId="{80A3C6B9-1782-4DB6-58D7-B17623D3840A}"/>
          </ac:spMkLst>
        </pc:spChg>
        <pc:spChg chg="add mod">
          <ac:chgData name="Jamie Burns" userId="5699fa8e-3bd2-4bba-af90-866501305b49" providerId="ADAL" clId="{252EC046-43AF-4261-9F60-C9FF254998D7}" dt="2026-02-19T20:53:10.197" v="532" actId="20577"/>
          <ac:spMkLst>
            <pc:docMk/>
            <pc:sldMk cId="3834924878" sldId="777"/>
            <ac:spMk id="6" creationId="{17B9DEEA-D6C7-876F-5704-9FFEE67ED475}"/>
          </ac:spMkLst>
        </pc:spChg>
        <pc:spChg chg="mod ord">
          <ac:chgData name="Jamie Burns" userId="5699fa8e-3bd2-4bba-af90-866501305b49" providerId="ADAL" clId="{252EC046-43AF-4261-9F60-C9FF254998D7}" dt="2026-02-19T20:52:57.627" v="509" actId="700"/>
          <ac:spMkLst>
            <pc:docMk/>
            <pc:sldMk cId="3834924878" sldId="777"/>
            <ac:spMk id="7" creationId="{3B22085D-984E-A141-4764-049A47B2185B}"/>
          </ac:spMkLst>
        </pc:spChg>
        <pc:spChg chg="add mod">
          <ac:chgData name="Jamie Burns" userId="5699fa8e-3bd2-4bba-af90-866501305b49" providerId="ADAL" clId="{252EC046-43AF-4261-9F60-C9FF254998D7}" dt="2026-02-19T20:59:17.189" v="843" actId="20577"/>
          <ac:spMkLst>
            <pc:docMk/>
            <pc:sldMk cId="3834924878" sldId="777"/>
            <ac:spMk id="23" creationId="{D5E57E72-9914-B5E6-83C4-3CE1A0A05D48}"/>
          </ac:spMkLst>
        </pc:spChg>
        <pc:picChg chg="add mod">
          <ac:chgData name="Jamie Burns" userId="5699fa8e-3bd2-4bba-af90-866501305b49" providerId="ADAL" clId="{252EC046-43AF-4261-9F60-C9FF254998D7}" dt="2026-02-19T20:56:12.089" v="787" actId="1076"/>
          <ac:picMkLst>
            <pc:docMk/>
            <pc:sldMk cId="3834924878" sldId="777"/>
            <ac:picMk id="9" creationId="{273A8B0C-CA69-5DF7-2267-C827884C25DC}"/>
          </ac:picMkLst>
        </pc:picChg>
        <pc:picChg chg="add mod">
          <ac:chgData name="Jamie Burns" userId="5699fa8e-3bd2-4bba-af90-866501305b49" providerId="ADAL" clId="{252EC046-43AF-4261-9F60-C9FF254998D7}" dt="2026-02-19T20:56:08.693" v="786" actId="14100"/>
          <ac:picMkLst>
            <pc:docMk/>
            <pc:sldMk cId="3834924878" sldId="777"/>
            <ac:picMk id="11" creationId="{8F42C868-1F20-330C-14B5-65AC67677FAA}"/>
          </ac:picMkLst>
        </pc:picChg>
        <pc:picChg chg="add mod modCrop">
          <ac:chgData name="Jamie Burns" userId="5699fa8e-3bd2-4bba-af90-866501305b49" providerId="ADAL" clId="{252EC046-43AF-4261-9F60-C9FF254998D7}" dt="2026-02-19T20:57:42.940" v="817" actId="14100"/>
          <ac:picMkLst>
            <pc:docMk/>
            <pc:sldMk cId="3834924878" sldId="777"/>
            <ac:picMk id="13" creationId="{74B7B6DC-F12F-BCE7-4778-D4D37B807735}"/>
          </ac:picMkLst>
        </pc:picChg>
        <pc:picChg chg="add mod">
          <ac:chgData name="Jamie Burns" userId="5699fa8e-3bd2-4bba-af90-866501305b49" providerId="ADAL" clId="{252EC046-43AF-4261-9F60-C9FF254998D7}" dt="2026-02-19T20:57:50.519" v="818" actId="465"/>
          <ac:picMkLst>
            <pc:docMk/>
            <pc:sldMk cId="3834924878" sldId="777"/>
            <ac:picMk id="15" creationId="{574067E9-B867-CB3E-FFD4-D16A07244F78}"/>
          </ac:picMkLst>
        </pc:picChg>
        <pc:picChg chg="add mod">
          <ac:chgData name="Jamie Burns" userId="5699fa8e-3bd2-4bba-af90-866501305b49" providerId="ADAL" clId="{252EC046-43AF-4261-9F60-C9FF254998D7}" dt="2026-02-19T20:57:50.519" v="818" actId="465"/>
          <ac:picMkLst>
            <pc:docMk/>
            <pc:sldMk cId="3834924878" sldId="777"/>
            <ac:picMk id="17" creationId="{8E2E5224-3CC2-0AE4-EDEA-35469354E296}"/>
          </ac:picMkLst>
        </pc:picChg>
        <pc:picChg chg="add mod">
          <ac:chgData name="Jamie Burns" userId="5699fa8e-3bd2-4bba-af90-866501305b49" providerId="ADAL" clId="{252EC046-43AF-4261-9F60-C9FF254998D7}" dt="2026-02-19T20:57:50.519" v="818" actId="465"/>
          <ac:picMkLst>
            <pc:docMk/>
            <pc:sldMk cId="3834924878" sldId="777"/>
            <ac:picMk id="19" creationId="{34B24553-3CA3-877A-9FD1-5928702E7A79}"/>
          </ac:picMkLst>
        </pc:picChg>
        <pc:picChg chg="add mod">
          <ac:chgData name="Jamie Burns" userId="5699fa8e-3bd2-4bba-af90-866501305b49" providerId="ADAL" clId="{252EC046-43AF-4261-9F60-C9FF254998D7}" dt="2026-02-19T20:57:20.228" v="813" actId="14100"/>
          <ac:picMkLst>
            <pc:docMk/>
            <pc:sldMk cId="3834924878" sldId="777"/>
            <ac:picMk id="21" creationId="{2963F1CC-60B5-0BBE-0BAC-E4E5F7139571}"/>
          </ac:picMkLst>
        </pc:picChg>
      </pc:sldChg>
      <pc:sldChg chg="addSp modSp mod chgLayout">
        <pc:chgData name="Jamie Burns" userId="5699fa8e-3bd2-4bba-af90-866501305b49" providerId="ADAL" clId="{252EC046-43AF-4261-9F60-C9FF254998D7}" dt="2026-02-19T20:53:21.269" v="540" actId="20577"/>
        <pc:sldMkLst>
          <pc:docMk/>
          <pc:sldMk cId="2218993738" sldId="778"/>
        </pc:sldMkLst>
        <pc:spChg chg="mod ord">
          <ac:chgData name="Jamie Burns" userId="5699fa8e-3bd2-4bba-af90-866501305b49" providerId="ADAL" clId="{252EC046-43AF-4261-9F60-C9FF254998D7}" dt="2026-02-19T20:49:20.926" v="244" actId="700"/>
          <ac:spMkLst>
            <pc:docMk/>
            <pc:sldMk cId="2218993738" sldId="778"/>
            <ac:spMk id="2" creationId="{40A68C98-3FF5-460F-F4CD-E388A4ADA9C7}"/>
          </ac:spMkLst>
        </pc:spChg>
        <pc:spChg chg="mod ord">
          <ac:chgData name="Jamie Burns" userId="5699fa8e-3bd2-4bba-af90-866501305b49" providerId="ADAL" clId="{252EC046-43AF-4261-9F60-C9FF254998D7}" dt="2026-02-19T20:52:42.121" v="495" actId="20577"/>
          <ac:spMkLst>
            <pc:docMk/>
            <pc:sldMk cId="2218993738" sldId="778"/>
            <ac:spMk id="3" creationId="{80A3C6B9-1782-4DB6-58D7-B17623D3840A}"/>
          </ac:spMkLst>
        </pc:spChg>
        <pc:spChg chg="mod">
          <ac:chgData name="Jamie Burns" userId="5699fa8e-3bd2-4bba-af90-866501305b49" providerId="ADAL" clId="{252EC046-43AF-4261-9F60-C9FF254998D7}" dt="2026-02-19T20:52:20.839" v="494" actId="20577"/>
          <ac:spMkLst>
            <pc:docMk/>
            <pc:sldMk cId="2218993738" sldId="778"/>
            <ac:spMk id="5" creationId="{E17717E8-5CFA-0C60-E06F-3B0F3D382A14}"/>
          </ac:spMkLst>
        </pc:spChg>
        <pc:spChg chg="add mod ord">
          <ac:chgData name="Jamie Burns" userId="5699fa8e-3bd2-4bba-af90-866501305b49" providerId="ADAL" clId="{252EC046-43AF-4261-9F60-C9FF254998D7}" dt="2026-02-19T20:53:21.269" v="540" actId="20577"/>
          <ac:spMkLst>
            <pc:docMk/>
            <pc:sldMk cId="2218993738" sldId="778"/>
            <ac:spMk id="7" creationId="{B6477ACF-9CBF-8394-F1A3-DF1EF5B23D34}"/>
          </ac:spMkLst>
        </pc:spChg>
        <pc:spChg chg="add mod ord">
          <ac:chgData name="Jamie Burns" userId="5699fa8e-3bd2-4bba-af90-866501305b49" providerId="ADAL" clId="{252EC046-43AF-4261-9F60-C9FF254998D7}" dt="2026-02-19T20:50:09.103" v="250" actId="404"/>
          <ac:spMkLst>
            <pc:docMk/>
            <pc:sldMk cId="2218993738" sldId="778"/>
            <ac:spMk id="8" creationId="{759ACDE7-0A93-1F7E-0A76-3B91B633E164}"/>
          </ac:spMkLst>
        </pc:spChg>
        <pc:spChg chg="add mod">
          <ac:chgData name="Jamie Burns" userId="5699fa8e-3bd2-4bba-af90-866501305b49" providerId="ADAL" clId="{252EC046-43AF-4261-9F60-C9FF254998D7}" dt="2026-02-19T20:50:49.688" v="325" actId="1076"/>
          <ac:spMkLst>
            <pc:docMk/>
            <pc:sldMk cId="2218993738" sldId="778"/>
            <ac:spMk id="9" creationId="{2830AE10-5A7C-CBD0-6224-8AB6060E5769}"/>
          </ac:spMkLst>
        </pc:spChg>
        <pc:picChg chg="add mod">
          <ac:chgData name="Jamie Burns" userId="5699fa8e-3bd2-4bba-af90-866501305b49" providerId="ADAL" clId="{252EC046-43AF-4261-9F60-C9FF254998D7}" dt="2026-02-19T20:50:44.953" v="324" actId="12788"/>
          <ac:picMkLst>
            <pc:docMk/>
            <pc:sldMk cId="2218993738" sldId="778"/>
            <ac:picMk id="6" creationId="{0C1A231D-4E74-17A0-FF35-C22586517509}"/>
          </ac:picMkLst>
        </pc:picChg>
      </pc:sldChg>
      <pc:sldChg chg="addSp delSp modSp mod">
        <pc:chgData name="Jamie Burns" userId="5699fa8e-3bd2-4bba-af90-866501305b49" providerId="ADAL" clId="{252EC046-43AF-4261-9F60-C9FF254998D7}" dt="2026-02-19T20:53:13.860" v="534" actId="20577"/>
        <pc:sldMkLst>
          <pc:docMk/>
          <pc:sldMk cId="3950179224" sldId="829"/>
        </pc:sldMkLst>
        <pc:spChg chg="mod">
          <ac:chgData name="Jamie Burns" userId="5699fa8e-3bd2-4bba-af90-866501305b49" providerId="ADAL" clId="{252EC046-43AF-4261-9F60-C9FF254998D7}" dt="2026-02-19T20:47:34.571" v="213" actId="20577"/>
          <ac:spMkLst>
            <pc:docMk/>
            <pc:sldMk cId="3950179224" sldId="829"/>
            <ac:spMk id="4" creationId="{17C7C67B-617E-0BC1-2BD3-D07C248757DC}"/>
          </ac:spMkLst>
        </pc:spChg>
        <pc:spChg chg="mod">
          <ac:chgData name="Jamie Burns" userId="5699fa8e-3bd2-4bba-af90-866501305b49" providerId="ADAL" clId="{252EC046-43AF-4261-9F60-C9FF254998D7}" dt="2026-02-19T20:53:13.860" v="534" actId="20577"/>
          <ac:spMkLst>
            <pc:docMk/>
            <pc:sldMk cId="3950179224" sldId="829"/>
            <ac:spMk id="6" creationId="{969A92F5-5EA1-7740-872D-72DF8D1D568D}"/>
          </ac:spMkLst>
        </pc:spChg>
        <pc:spChg chg="add mod">
          <ac:chgData name="Jamie Burns" userId="5699fa8e-3bd2-4bba-af90-866501305b49" providerId="ADAL" clId="{252EC046-43AF-4261-9F60-C9FF254998D7}" dt="2026-02-19T20:51:47.766" v="443" actId="1076"/>
          <ac:spMkLst>
            <pc:docMk/>
            <pc:sldMk cId="3950179224" sldId="829"/>
            <ac:spMk id="11" creationId="{27529FB9-36E8-BA84-FC8B-18BF58486D9F}"/>
          </ac:spMkLst>
        </pc:spChg>
        <pc:picChg chg="add mod">
          <ac:chgData name="Jamie Burns" userId="5699fa8e-3bd2-4bba-af90-866501305b49" providerId="ADAL" clId="{252EC046-43AF-4261-9F60-C9FF254998D7}" dt="2026-02-19T20:47:41.887" v="217" actId="1076"/>
          <ac:picMkLst>
            <pc:docMk/>
            <pc:sldMk cId="3950179224" sldId="829"/>
            <ac:picMk id="8" creationId="{B24A2D5A-86A3-0C98-F9DF-D0C912798213}"/>
          </ac:picMkLst>
        </pc:picChg>
      </pc:sldChg>
      <pc:sldChg chg="addSp delSp modSp add mod">
        <pc:chgData name="Jamie Burns" userId="5699fa8e-3bd2-4bba-af90-866501305b49" providerId="ADAL" clId="{252EC046-43AF-4261-9F60-C9FF254998D7}" dt="2026-02-19T20:53:16.497" v="536" actId="20577"/>
        <pc:sldMkLst>
          <pc:docMk/>
          <pc:sldMk cId="1578793895" sldId="830"/>
        </pc:sldMkLst>
        <pc:spChg chg="mod">
          <ac:chgData name="Jamie Burns" userId="5699fa8e-3bd2-4bba-af90-866501305b49" providerId="ADAL" clId="{252EC046-43AF-4261-9F60-C9FF254998D7}" dt="2026-02-19T20:48:49.249" v="239" actId="1076"/>
          <ac:spMkLst>
            <pc:docMk/>
            <pc:sldMk cId="1578793895" sldId="830"/>
            <ac:spMk id="4" creationId="{8EE03246-3E90-E1F1-298B-3CA26B8A4D72}"/>
          </ac:spMkLst>
        </pc:spChg>
        <pc:spChg chg="mod">
          <ac:chgData name="Jamie Burns" userId="5699fa8e-3bd2-4bba-af90-866501305b49" providerId="ADAL" clId="{252EC046-43AF-4261-9F60-C9FF254998D7}" dt="2026-02-19T20:53:16.497" v="536" actId="20577"/>
          <ac:spMkLst>
            <pc:docMk/>
            <pc:sldMk cId="1578793895" sldId="830"/>
            <ac:spMk id="6" creationId="{843896AE-553B-121F-DB5F-42B9CC6AB03D}"/>
          </ac:spMkLst>
        </pc:spChg>
        <pc:spChg chg="add mod">
          <ac:chgData name="Jamie Burns" userId="5699fa8e-3bd2-4bba-af90-866501305b49" providerId="ADAL" clId="{252EC046-43AF-4261-9F60-C9FF254998D7}" dt="2026-02-19T20:51:14.913" v="394" actId="20577"/>
          <ac:spMkLst>
            <pc:docMk/>
            <pc:sldMk cId="1578793895" sldId="830"/>
            <ac:spMk id="7" creationId="{30B3BB0B-B498-327E-D334-4450E2BDB2DC}"/>
          </ac:spMkLst>
        </pc:spChg>
        <pc:picChg chg="mod">
          <ac:chgData name="Jamie Burns" userId="5699fa8e-3bd2-4bba-af90-866501305b49" providerId="ADAL" clId="{252EC046-43AF-4261-9F60-C9FF254998D7}" dt="2026-02-19T20:48:52.836" v="241" actId="14100"/>
          <ac:picMkLst>
            <pc:docMk/>
            <pc:sldMk cId="1578793895" sldId="830"/>
            <ac:picMk id="10" creationId="{819297AD-78E1-8D8B-62F6-9951B72BFE7C}"/>
          </ac:picMkLst>
        </pc:picChg>
      </pc:sldChg>
      <pc:sldChg chg="addSp delSp modSp add mod">
        <pc:chgData name="Jamie Burns" userId="5699fa8e-3bd2-4bba-af90-866501305b49" providerId="ADAL" clId="{252EC046-43AF-4261-9F60-C9FF254998D7}" dt="2026-02-19T20:53:18.956" v="538" actId="20577"/>
        <pc:sldMkLst>
          <pc:docMk/>
          <pc:sldMk cId="232894378" sldId="831"/>
        </pc:sldMkLst>
        <pc:spChg chg="mod">
          <ac:chgData name="Jamie Burns" userId="5699fa8e-3bd2-4bba-af90-866501305b49" providerId="ADAL" clId="{252EC046-43AF-4261-9F60-C9FF254998D7}" dt="2026-02-19T20:48:39.945" v="235" actId="1076"/>
          <ac:spMkLst>
            <pc:docMk/>
            <pc:sldMk cId="232894378" sldId="831"/>
            <ac:spMk id="4" creationId="{5188B8A5-4209-3E2E-5861-8F9093AD1C35}"/>
          </ac:spMkLst>
        </pc:spChg>
        <pc:spChg chg="mod">
          <ac:chgData name="Jamie Burns" userId="5699fa8e-3bd2-4bba-af90-866501305b49" providerId="ADAL" clId="{252EC046-43AF-4261-9F60-C9FF254998D7}" dt="2026-02-19T20:53:18.956" v="538" actId="20577"/>
          <ac:spMkLst>
            <pc:docMk/>
            <pc:sldMk cId="232894378" sldId="831"/>
            <ac:spMk id="6" creationId="{46A2A2C7-53CC-E66B-98C2-3B00BFA651A7}"/>
          </ac:spMkLst>
        </pc:spChg>
        <pc:spChg chg="add mod">
          <ac:chgData name="Jamie Burns" userId="5699fa8e-3bd2-4bba-af90-866501305b49" providerId="ADAL" clId="{252EC046-43AF-4261-9F60-C9FF254998D7}" dt="2026-02-19T20:51:41.409" v="442" actId="1076"/>
          <ac:spMkLst>
            <pc:docMk/>
            <pc:sldMk cId="232894378" sldId="831"/>
            <ac:spMk id="11" creationId="{21AB22E8-80FB-9CC5-2C46-D1429E3F1523}"/>
          </ac:spMkLst>
        </pc:spChg>
        <pc:picChg chg="add mod">
          <ac:chgData name="Jamie Burns" userId="5699fa8e-3bd2-4bba-af90-866501305b49" providerId="ADAL" clId="{252EC046-43AF-4261-9F60-C9FF254998D7}" dt="2026-02-19T20:51:34.985" v="441" actId="12788"/>
          <ac:picMkLst>
            <pc:docMk/>
            <pc:sldMk cId="232894378" sldId="831"/>
            <ac:picMk id="9" creationId="{7150777E-F7EC-D6D7-CC2B-1383E1D4A1C0}"/>
          </ac:picMkLst>
        </pc:picChg>
      </pc:sldChg>
    </pc:docChg>
  </pc:docChgLst>
  <pc:docChgLst>
    <pc:chgData name="Jessica Zamiska" userId="S::jzamiska@jm-aq.com::65c10ac9-8b1f-442f-ba4b-d6d0bfe8aed2" providerId="AD" clId="Web-{0D62F629-A8CA-E313-9CD1-322C14635F0D}"/>
    <pc:docChg chg="sldOrd">
      <pc:chgData name="Jessica Zamiska" userId="S::jzamiska@jm-aq.com::65c10ac9-8b1f-442f-ba4b-d6d0bfe8aed2" providerId="AD" clId="Web-{0D62F629-A8CA-E313-9CD1-322C14635F0D}" dt="2026-02-23T19:46:33.175" v="1"/>
      <pc:docMkLst>
        <pc:docMk/>
      </pc:docMkLst>
      <pc:sldChg chg="ord">
        <pc:chgData name="Jessica Zamiska" userId="S::jzamiska@jm-aq.com::65c10ac9-8b1f-442f-ba4b-d6d0bfe8aed2" providerId="AD" clId="Web-{0D62F629-A8CA-E313-9CD1-322C14635F0D}" dt="2026-02-23T19:46:33.175" v="1"/>
        <pc:sldMkLst>
          <pc:docMk/>
          <pc:sldMk cId="435633341" sldId="780"/>
        </pc:sldMkLst>
      </pc:sldChg>
      <pc:sldChg chg="ord">
        <pc:chgData name="Jessica Zamiska" userId="S::jzamiska@jm-aq.com::65c10ac9-8b1f-442f-ba4b-d6d0bfe8aed2" providerId="AD" clId="Web-{0D62F629-A8CA-E313-9CD1-322C14635F0D}" dt="2026-02-23T19:45:45.878" v="0"/>
        <pc:sldMkLst>
          <pc:docMk/>
          <pc:sldMk cId="2640868352" sldId="827"/>
        </pc:sldMkLst>
      </pc:sldChg>
    </pc:docChg>
  </pc:docChgLst>
  <pc:docChgLst>
    <pc:chgData name="Naomi Wood" userId="44884218-f4e2-4dc1-b290-2c641a47c769" providerId="ADAL" clId="{04929207-2EDB-4704-8707-A005BC5A70F9}"/>
    <pc:docChg chg="custSel addSld delSld modSld sldOrd delSection modSection">
      <pc:chgData name="Naomi Wood" userId="44884218-f4e2-4dc1-b290-2c641a47c769" providerId="ADAL" clId="{04929207-2EDB-4704-8707-A005BC5A70F9}" dt="2026-02-20T14:39:42.850" v="2704" actId="113"/>
      <pc:docMkLst>
        <pc:docMk/>
      </pc:docMkLst>
      <pc:sldChg chg="addSp delSp modSp mod">
        <pc:chgData name="Naomi Wood" userId="44884218-f4e2-4dc1-b290-2c641a47c769" providerId="ADAL" clId="{04929207-2EDB-4704-8707-A005BC5A70F9}" dt="2026-02-18T15:10:07.686" v="4" actId="1076"/>
        <pc:sldMkLst>
          <pc:docMk/>
          <pc:sldMk cId="151700737" sldId="256"/>
        </pc:sldMkLst>
        <pc:spChg chg="mod">
          <ac:chgData name="Naomi Wood" userId="44884218-f4e2-4dc1-b290-2c641a47c769" providerId="ADAL" clId="{04929207-2EDB-4704-8707-A005BC5A70F9}" dt="2026-02-18T15:10:07.686" v="4" actId="1076"/>
          <ac:spMkLst>
            <pc:docMk/>
            <pc:sldMk cId="151700737" sldId="256"/>
            <ac:spMk id="9" creationId="{B1EAD27A-A8CC-8AB2-EA87-175829F548CE}"/>
          </ac:spMkLst>
        </pc:spChg>
        <pc:picChg chg="add mod">
          <ac:chgData name="Naomi Wood" userId="44884218-f4e2-4dc1-b290-2c641a47c769" providerId="ADAL" clId="{04929207-2EDB-4704-8707-A005BC5A70F9}" dt="2026-02-18T15:09:59.278" v="2" actId="1076"/>
          <ac:picMkLst>
            <pc:docMk/>
            <pc:sldMk cId="151700737" sldId="256"/>
            <ac:picMk id="1026" creationId="{41167958-FFDE-BE84-3770-6A531D2F0E5C}"/>
          </ac:picMkLst>
        </pc:picChg>
      </pc:sldChg>
      <pc:sldChg chg="delSp modSp mod modNotesTx">
        <pc:chgData name="Naomi Wood" userId="44884218-f4e2-4dc1-b290-2c641a47c769" providerId="ADAL" clId="{04929207-2EDB-4704-8707-A005BC5A70F9}" dt="2026-02-19T20:14:50.156" v="2549" actId="20577"/>
        <pc:sldMkLst>
          <pc:docMk/>
          <pc:sldMk cId="3834924878" sldId="777"/>
        </pc:sldMkLst>
        <pc:spChg chg="mod">
          <ac:chgData name="Naomi Wood" userId="44884218-f4e2-4dc1-b290-2c641a47c769" providerId="ADAL" clId="{04929207-2EDB-4704-8707-A005BC5A70F9}" dt="2026-02-19T20:14:50.156" v="2549" actId="20577"/>
          <ac:spMkLst>
            <pc:docMk/>
            <pc:sldMk cId="3834924878" sldId="777"/>
            <ac:spMk id="3" creationId="{80A3C6B9-1782-4DB6-58D7-B17623D3840A}"/>
          </ac:spMkLst>
        </pc:spChg>
      </pc:sldChg>
      <pc:sldChg chg="delSp modSp mod">
        <pc:chgData name="Naomi Wood" userId="44884218-f4e2-4dc1-b290-2c641a47c769" providerId="ADAL" clId="{04929207-2EDB-4704-8707-A005BC5A70F9}" dt="2026-02-19T20:14:45.547" v="2543" actId="20577"/>
        <pc:sldMkLst>
          <pc:docMk/>
          <pc:sldMk cId="2218993738" sldId="778"/>
        </pc:sldMkLst>
        <pc:spChg chg="mod">
          <ac:chgData name="Naomi Wood" userId="44884218-f4e2-4dc1-b290-2c641a47c769" providerId="ADAL" clId="{04929207-2EDB-4704-8707-A005BC5A70F9}" dt="2026-02-19T20:14:45.547" v="2543" actId="20577"/>
          <ac:spMkLst>
            <pc:docMk/>
            <pc:sldMk cId="2218993738" sldId="778"/>
            <ac:spMk id="3" creationId="{80A3C6B9-1782-4DB6-58D7-B17623D3840A}"/>
          </ac:spMkLst>
        </pc:spChg>
      </pc:sldChg>
      <pc:sldChg chg="delSp modSp mod">
        <pc:chgData name="Naomi Wood" userId="44884218-f4e2-4dc1-b290-2c641a47c769" providerId="ADAL" clId="{04929207-2EDB-4704-8707-A005BC5A70F9}" dt="2026-02-18T16:57:00.312" v="1929" actId="478"/>
        <pc:sldMkLst>
          <pc:docMk/>
          <pc:sldMk cId="435633341" sldId="780"/>
        </pc:sldMkLst>
        <pc:spChg chg="mod">
          <ac:chgData name="Naomi Wood" userId="44884218-f4e2-4dc1-b290-2c641a47c769" providerId="ADAL" clId="{04929207-2EDB-4704-8707-A005BC5A70F9}" dt="2026-02-18T15:48:59.914" v="1421" actId="113"/>
          <ac:spMkLst>
            <pc:docMk/>
            <pc:sldMk cId="435633341" sldId="780"/>
            <ac:spMk id="4" creationId="{C565F459-4BF8-F575-7506-0A6C625777A7}"/>
          </ac:spMkLst>
        </pc:spChg>
      </pc:sldChg>
      <pc:sldChg chg="delSp modSp mod">
        <pc:chgData name="Naomi Wood" userId="44884218-f4e2-4dc1-b290-2c641a47c769" providerId="ADAL" clId="{04929207-2EDB-4704-8707-A005BC5A70F9}" dt="2026-02-18T17:31:06.989" v="2113" actId="207"/>
        <pc:sldMkLst>
          <pc:docMk/>
          <pc:sldMk cId="1552015066" sldId="782"/>
        </pc:sldMkLst>
        <pc:spChg chg="mod">
          <ac:chgData name="Naomi Wood" userId="44884218-f4e2-4dc1-b290-2c641a47c769" providerId="ADAL" clId="{04929207-2EDB-4704-8707-A005BC5A70F9}" dt="2026-02-18T17:31:06.989" v="2113" actId="207"/>
          <ac:spMkLst>
            <pc:docMk/>
            <pc:sldMk cId="1552015066" sldId="782"/>
            <ac:spMk id="4" creationId="{3B8DE1FE-9013-92F0-9ABE-6A914B8A72C4}"/>
          </ac:spMkLst>
        </pc:spChg>
      </pc:sldChg>
      <pc:sldChg chg="delSp modSp mod">
        <pc:chgData name="Naomi Wood" userId="44884218-f4e2-4dc1-b290-2c641a47c769" providerId="ADAL" clId="{04929207-2EDB-4704-8707-A005BC5A70F9}" dt="2026-02-18T17:27:51.716" v="2105" actId="20577"/>
        <pc:sldMkLst>
          <pc:docMk/>
          <pc:sldMk cId="3203562967" sldId="787"/>
        </pc:sldMkLst>
        <pc:spChg chg="mod">
          <ac:chgData name="Naomi Wood" userId="44884218-f4e2-4dc1-b290-2c641a47c769" providerId="ADAL" clId="{04929207-2EDB-4704-8707-A005BC5A70F9}" dt="2026-02-18T17:27:51.716" v="2105" actId="20577"/>
          <ac:spMkLst>
            <pc:docMk/>
            <pc:sldMk cId="3203562967" sldId="787"/>
            <ac:spMk id="4" creationId="{8ED028CE-3387-A90E-9BBF-8B009848A10D}"/>
          </ac:spMkLst>
        </pc:spChg>
      </pc:sldChg>
      <pc:sldChg chg="addSp delSp modSp mod">
        <pc:chgData name="Naomi Wood" userId="44884218-f4e2-4dc1-b290-2c641a47c769" providerId="ADAL" clId="{04929207-2EDB-4704-8707-A005BC5A70F9}" dt="2026-02-18T16:06:00.791" v="1687" actId="113"/>
        <pc:sldMkLst>
          <pc:docMk/>
          <pc:sldMk cId="2728307273" sldId="794"/>
        </pc:sldMkLst>
        <pc:spChg chg="add">
          <ac:chgData name="Naomi Wood" userId="44884218-f4e2-4dc1-b290-2c641a47c769" providerId="ADAL" clId="{04929207-2EDB-4704-8707-A005BC5A70F9}" dt="2026-02-18T15:27:40.916" v="120"/>
          <ac:spMkLst>
            <pc:docMk/>
            <pc:sldMk cId="2728307273" sldId="794"/>
            <ac:spMk id="6" creationId="{F266DFDE-88FB-57B6-BF4B-F5258A2A0F6E}"/>
          </ac:spMkLst>
        </pc:spChg>
        <pc:spChg chg="mod">
          <ac:chgData name="Naomi Wood" userId="44884218-f4e2-4dc1-b290-2c641a47c769" providerId="ADAL" clId="{04929207-2EDB-4704-8707-A005BC5A70F9}" dt="2026-02-18T15:26:16.402" v="114" actId="20577"/>
          <ac:spMkLst>
            <pc:docMk/>
            <pc:sldMk cId="2728307273" sldId="794"/>
            <ac:spMk id="7" creationId="{BFB40BA9-6E28-16D9-4547-6F02BEA11615}"/>
          </ac:spMkLst>
        </pc:spChg>
        <pc:spChg chg="mod">
          <ac:chgData name="Naomi Wood" userId="44884218-f4e2-4dc1-b290-2c641a47c769" providerId="ADAL" clId="{04929207-2EDB-4704-8707-A005BC5A70F9}" dt="2026-02-18T16:06:00.791" v="1687" actId="113"/>
          <ac:spMkLst>
            <pc:docMk/>
            <pc:sldMk cId="2728307273" sldId="794"/>
            <ac:spMk id="9" creationId="{7669AA12-3435-1F74-9F3A-7104CAA6675A}"/>
          </ac:spMkLst>
        </pc:spChg>
        <pc:spChg chg="add mod">
          <ac:chgData name="Naomi Wood" userId="44884218-f4e2-4dc1-b290-2c641a47c769" providerId="ADAL" clId="{04929207-2EDB-4704-8707-A005BC5A70F9}" dt="2026-02-18T15:28:39.859" v="128"/>
          <ac:spMkLst>
            <pc:docMk/>
            <pc:sldMk cId="2728307273" sldId="794"/>
            <ac:spMk id="12" creationId="{3158201D-8210-8224-DA0C-ECC0512A1756}"/>
          </ac:spMkLst>
        </pc:spChg>
        <pc:picChg chg="add mod">
          <ac:chgData name="Naomi Wood" userId="44884218-f4e2-4dc1-b290-2c641a47c769" providerId="ADAL" clId="{04929207-2EDB-4704-8707-A005BC5A70F9}" dt="2026-02-18T15:29:20.896" v="135" actId="1076"/>
          <ac:picMkLst>
            <pc:docMk/>
            <pc:sldMk cId="2728307273" sldId="794"/>
            <ac:picMk id="2058" creationId="{ECCAE90E-132E-8176-A140-A78D3C57A1C2}"/>
          </ac:picMkLst>
        </pc:picChg>
      </pc:sldChg>
      <pc:sldChg chg="delSp modSp mod ord">
        <pc:chgData name="Naomi Wood" userId="44884218-f4e2-4dc1-b290-2c641a47c769" providerId="ADAL" clId="{04929207-2EDB-4704-8707-A005BC5A70F9}" dt="2026-02-18T17:28:26.742" v="2106" actId="255"/>
        <pc:sldMkLst>
          <pc:docMk/>
          <pc:sldMk cId="3017193801" sldId="824"/>
        </pc:sldMkLst>
        <pc:spChg chg="mod">
          <ac:chgData name="Naomi Wood" userId="44884218-f4e2-4dc1-b290-2c641a47c769" providerId="ADAL" clId="{04929207-2EDB-4704-8707-A005BC5A70F9}" dt="2026-02-18T15:50:11.188" v="1518" actId="20577"/>
          <ac:spMkLst>
            <pc:docMk/>
            <pc:sldMk cId="3017193801" sldId="824"/>
            <ac:spMk id="7" creationId="{BFB40BA9-6E28-16D9-4547-6F02BEA11615}"/>
          </ac:spMkLst>
        </pc:spChg>
        <pc:spChg chg="mod">
          <ac:chgData name="Naomi Wood" userId="44884218-f4e2-4dc1-b290-2c641a47c769" providerId="ADAL" clId="{04929207-2EDB-4704-8707-A005BC5A70F9}" dt="2026-02-18T17:28:26.742" v="2106" actId="255"/>
          <ac:spMkLst>
            <pc:docMk/>
            <pc:sldMk cId="3017193801" sldId="824"/>
            <ac:spMk id="9" creationId="{7669AA12-3435-1F74-9F3A-7104CAA6675A}"/>
          </ac:spMkLst>
        </pc:spChg>
        <pc:spChg chg="mod">
          <ac:chgData name="Naomi Wood" userId="44884218-f4e2-4dc1-b290-2c641a47c769" providerId="ADAL" clId="{04929207-2EDB-4704-8707-A005BC5A70F9}" dt="2026-02-18T15:46:42.789" v="1262" actId="20577"/>
          <ac:spMkLst>
            <pc:docMk/>
            <pc:sldMk cId="3017193801" sldId="824"/>
            <ac:spMk id="10" creationId="{CE9D2EF5-96C0-239D-6533-52E92C009F37}"/>
          </ac:spMkLst>
        </pc:spChg>
      </pc:sldChg>
      <pc:sldChg chg="delSp modSp mod">
        <pc:chgData name="Naomi Wood" userId="44884218-f4e2-4dc1-b290-2c641a47c769" providerId="ADAL" clId="{04929207-2EDB-4704-8707-A005BC5A70F9}" dt="2026-02-18T17:35:48.734" v="2507" actId="20577"/>
        <pc:sldMkLst>
          <pc:docMk/>
          <pc:sldMk cId="1489317667" sldId="825"/>
        </pc:sldMkLst>
        <pc:spChg chg="mod">
          <ac:chgData name="Naomi Wood" userId="44884218-f4e2-4dc1-b290-2c641a47c769" providerId="ADAL" clId="{04929207-2EDB-4704-8707-A005BC5A70F9}" dt="2026-02-18T17:35:48.734" v="2507" actId="20577"/>
          <ac:spMkLst>
            <pc:docMk/>
            <pc:sldMk cId="1489317667" sldId="825"/>
            <ac:spMk id="4" creationId="{51F599D3-BDC4-20DD-F39B-698A7F826211}"/>
          </ac:spMkLst>
        </pc:spChg>
        <pc:spChg chg="mod">
          <ac:chgData name="Naomi Wood" userId="44884218-f4e2-4dc1-b290-2c641a47c769" providerId="ADAL" clId="{04929207-2EDB-4704-8707-A005BC5A70F9}" dt="2026-02-18T15:29:50.873" v="143" actId="20577"/>
          <ac:spMkLst>
            <pc:docMk/>
            <pc:sldMk cId="1489317667" sldId="825"/>
            <ac:spMk id="5" creationId="{F75CEB95-5794-BEAF-945E-B20A3205C203}"/>
          </ac:spMkLst>
        </pc:spChg>
      </pc:sldChg>
      <pc:sldChg chg="delSp modSp mod">
        <pc:chgData name="Naomi Wood" userId="44884218-f4e2-4dc1-b290-2c641a47c769" providerId="ADAL" clId="{04929207-2EDB-4704-8707-A005BC5A70F9}" dt="2026-02-20T14:39:42.850" v="2704" actId="113"/>
        <pc:sldMkLst>
          <pc:docMk/>
          <pc:sldMk cId="2640868352" sldId="827"/>
        </pc:sldMkLst>
        <pc:spChg chg="mod">
          <ac:chgData name="Naomi Wood" userId="44884218-f4e2-4dc1-b290-2c641a47c769" providerId="ADAL" clId="{04929207-2EDB-4704-8707-A005BC5A70F9}" dt="2026-02-20T14:39:42.850" v="2704" actId="113"/>
          <ac:spMkLst>
            <pc:docMk/>
            <pc:sldMk cId="2640868352" sldId="827"/>
            <ac:spMk id="4" creationId="{955EF1A0-51D1-4ED4-66CB-8FDEC84E13EE}"/>
          </ac:spMkLst>
        </pc:spChg>
      </pc:sldChg>
      <pc:sldChg chg="addSp delSp modSp mod modClrScheme chgLayout">
        <pc:chgData name="Naomi Wood" userId="44884218-f4e2-4dc1-b290-2c641a47c769" providerId="ADAL" clId="{04929207-2EDB-4704-8707-A005BC5A70F9}" dt="2026-02-18T17:35:29.561" v="2501" actId="478"/>
        <pc:sldMkLst>
          <pc:docMk/>
          <pc:sldMk cId="965557064" sldId="828"/>
        </pc:sldMkLst>
        <pc:spChg chg="mod ord">
          <ac:chgData name="Naomi Wood" userId="44884218-f4e2-4dc1-b290-2c641a47c769" providerId="ADAL" clId="{04929207-2EDB-4704-8707-A005BC5A70F9}" dt="2026-02-18T17:35:24.719" v="2499" actId="700"/>
          <ac:spMkLst>
            <pc:docMk/>
            <pc:sldMk cId="965557064" sldId="828"/>
            <ac:spMk id="2" creationId="{573B6E17-343A-E1CE-DD47-CA71119E9475}"/>
          </ac:spMkLst>
        </pc:spChg>
        <pc:spChg chg="mod ord">
          <ac:chgData name="Naomi Wood" userId="44884218-f4e2-4dc1-b290-2c641a47c769" providerId="ADAL" clId="{04929207-2EDB-4704-8707-A005BC5A70F9}" dt="2026-02-18T17:35:24.719" v="2499" actId="700"/>
          <ac:spMkLst>
            <pc:docMk/>
            <pc:sldMk cId="965557064" sldId="828"/>
            <ac:spMk id="3" creationId="{B79E84E7-4373-ADD8-BAC4-CD01B4B518B5}"/>
          </ac:spMkLst>
        </pc:spChg>
        <pc:spChg chg="mod ord">
          <ac:chgData name="Naomi Wood" userId="44884218-f4e2-4dc1-b290-2c641a47c769" providerId="ADAL" clId="{04929207-2EDB-4704-8707-A005BC5A70F9}" dt="2026-02-18T17:35:24.719" v="2499" actId="700"/>
          <ac:spMkLst>
            <pc:docMk/>
            <pc:sldMk cId="965557064" sldId="828"/>
            <ac:spMk id="5" creationId="{0439A4E4-78D0-773B-13F0-70EECC49E6EE}"/>
          </ac:spMkLst>
        </pc:spChg>
        <pc:picChg chg="add mod">
          <ac:chgData name="Naomi Wood" userId="44884218-f4e2-4dc1-b290-2c641a47c769" providerId="ADAL" clId="{04929207-2EDB-4704-8707-A005BC5A70F9}" dt="2026-02-18T17:35:19.887" v="2498" actId="1076"/>
          <ac:picMkLst>
            <pc:docMk/>
            <pc:sldMk cId="965557064" sldId="828"/>
            <ac:picMk id="7" creationId="{19CA2A14-495A-3BA3-DAEE-66F1437F25DC}"/>
          </ac:picMkLst>
        </pc:picChg>
      </pc:sldChg>
      <pc:sldChg chg="modSp new mod">
        <pc:chgData name="Naomi Wood" userId="44884218-f4e2-4dc1-b290-2c641a47c769" providerId="ADAL" clId="{04929207-2EDB-4704-8707-A005BC5A70F9}" dt="2026-02-20T14:37:56.844" v="2659" actId="20577"/>
        <pc:sldMkLst>
          <pc:docMk/>
          <pc:sldMk cId="3950179224" sldId="829"/>
        </pc:sldMkLst>
        <pc:spChg chg="mod">
          <ac:chgData name="Naomi Wood" userId="44884218-f4e2-4dc1-b290-2c641a47c769" providerId="ADAL" clId="{04929207-2EDB-4704-8707-A005BC5A70F9}" dt="2026-02-20T14:37:56.844" v="2659" actId="20577"/>
          <ac:spMkLst>
            <pc:docMk/>
            <pc:sldMk cId="3950179224" sldId="829"/>
            <ac:spMk id="4" creationId="{17C7C67B-617E-0BC1-2BD3-D07C248757DC}"/>
          </ac:spMkLst>
        </pc:spChg>
        <pc:spChg chg="mod">
          <ac:chgData name="Naomi Wood" userId="44884218-f4e2-4dc1-b290-2c641a47c769" providerId="ADAL" clId="{04929207-2EDB-4704-8707-A005BC5A70F9}" dt="2026-02-19T20:14:57.803" v="2562" actId="20577"/>
          <ac:spMkLst>
            <pc:docMk/>
            <pc:sldMk cId="3950179224" sldId="829"/>
            <ac:spMk id="5" creationId="{80857837-5B69-7793-766F-1543C3A039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D08F2458-508D-409D-920F-DC19A027DD1A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4CD5F629-A462-489B-891E-5FB98A02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11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dsu.edu/research/office-vice-president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5F629-A462-489B-891E-5FB98A029A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09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Build this out as a table – plug this into copilot to build out the table from an 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5F629-A462-489B-891E-5FB98A029A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9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Sources:</a:t>
            </a:r>
          </a:p>
          <a:p>
            <a:pPr marL="173422" marR="0" lvl="0" indent="-173422" algn="l" defTabSz="9249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hlinkClick r:id="rId3"/>
              </a:rPr>
              <a:t>https://www.ndsu.edu/research/office-vice-president</a:t>
            </a:r>
            <a:endParaRPr lang="en-US"/>
          </a:p>
          <a:p>
            <a:pPr marL="173422" indent="-173422" defTabSz="924916">
              <a:buFont typeface="Arial" panose="020B0604020202020204" pitchFamily="34" charset="0"/>
              <a:buChar char="•"/>
              <a:defRPr/>
            </a:pPr>
            <a:endParaRPr lang="en-US" b="0" i="0">
              <a:solidFill>
                <a:srgbClr val="000000"/>
              </a:solidFill>
              <a:effectLst/>
              <a:latin typeface="var(--headline-font)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5F629-A462-489B-891E-5FB98A029A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23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4916">
              <a:defRPr/>
            </a:pPr>
            <a:r>
              <a:rPr lang="en-US" b="1"/>
              <a:t>Sources:</a:t>
            </a:r>
          </a:p>
          <a:p>
            <a:pPr defTabSz="924916">
              <a:defRPr/>
            </a:pPr>
            <a:r>
              <a:rPr lang="en-US"/>
              <a:t>Add PDF NSF</a:t>
            </a:r>
          </a:p>
          <a:p>
            <a:pPr defTabSz="924916">
              <a:defRPr/>
            </a:pPr>
            <a:endParaRPr lang="en-US"/>
          </a:p>
          <a:p>
            <a:pPr defTabSz="924916">
              <a:defRPr/>
            </a:pPr>
            <a:r>
              <a:rPr lang="en-US" b="1"/>
              <a:t>Peers:</a:t>
            </a:r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5F629-A462-489B-891E-5FB98A029A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63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5F629-A462-489B-891E-5FB98A029A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51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/>
              <a:t>Just a screenshot of the publications by subject area. </a:t>
            </a: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5F629-A462-489B-891E-5FB98A029A1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64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5F629-A462-489B-891E-5FB98A029A1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5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5F629-A462-489B-891E-5FB98A029A1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91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Sources:</a:t>
            </a:r>
          </a:p>
          <a:p>
            <a:pPr marL="173422" indent="-173422" defTabSz="924916">
              <a:buFont typeface="Arial" panose="020B0604020202020204" pitchFamily="34" charset="0"/>
              <a:buChar char="•"/>
              <a:defRPr/>
            </a:pPr>
            <a:endParaRPr lang="en-US" b="0" i="0">
              <a:solidFill>
                <a:srgbClr val="000000"/>
              </a:solidFill>
              <a:effectLst/>
              <a:latin typeface="var(--headline-font)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5F629-A462-489B-891E-5FB98A029A1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08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5F629-A462-489B-891E-5FB98A029A1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65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1">
    <p:bg>
      <p:bgPr>
        <a:blipFill dpi="0" rotWithShape="1">
          <a:blip r:embed="rId2">
            <a:alphaModFix amt="7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839AD7-4A69-42E7-930F-6FE0F51A9F9F}"/>
              </a:ext>
            </a:extLst>
          </p:cNvPr>
          <p:cNvSpPr/>
          <p:nvPr userDrawn="1"/>
        </p:nvSpPr>
        <p:spPr>
          <a:xfrm>
            <a:off x="0" y="-1"/>
            <a:ext cx="12192000" cy="6876288"/>
          </a:xfrm>
          <a:prstGeom prst="rect">
            <a:avLst/>
          </a:prstGeom>
          <a:gradFill>
            <a:gsLst>
              <a:gs pos="0">
                <a:schemeClr val="tx2">
                  <a:alpha val="89000"/>
                </a:schemeClr>
              </a:gs>
              <a:gs pos="100000">
                <a:schemeClr val="accent3">
                  <a:alpha val="91000"/>
                </a:schemeClr>
              </a:gs>
              <a:gs pos="46000">
                <a:schemeClr val="tx2">
                  <a:alpha val="89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1">
            <a:extLst>
              <a:ext uri="{FF2B5EF4-FFF2-40B4-BE49-F238E27FC236}">
                <a16:creationId xmlns:a16="http://schemas.microsoft.com/office/drawing/2014/main" id="{84402B43-518D-4645-90C3-ACEE92512BB4}"/>
              </a:ext>
            </a:extLst>
          </p:cNvPr>
          <p:cNvSpPr/>
          <p:nvPr userDrawn="1"/>
        </p:nvSpPr>
        <p:spPr>
          <a:xfrm flipV="1">
            <a:off x="-29731" y="-3"/>
            <a:ext cx="9256886" cy="5086025"/>
          </a:xfrm>
          <a:custGeom>
            <a:avLst/>
            <a:gdLst>
              <a:gd name="connsiteX0" fmla="*/ 0 w 6881091"/>
              <a:gd name="connsiteY0" fmla="*/ 3325092 h 3325092"/>
              <a:gd name="connsiteX1" fmla="*/ 0 w 6881091"/>
              <a:gd name="connsiteY1" fmla="*/ 0 h 3325092"/>
              <a:gd name="connsiteX2" fmla="*/ 6881091 w 6881091"/>
              <a:gd name="connsiteY2" fmla="*/ 3325092 h 3325092"/>
              <a:gd name="connsiteX3" fmla="*/ 0 w 6881091"/>
              <a:gd name="connsiteY3" fmla="*/ 3325092 h 3325092"/>
              <a:gd name="connsiteX0" fmla="*/ 11545 w 6892636"/>
              <a:gd name="connsiteY0" fmla="*/ 3417456 h 3417456"/>
              <a:gd name="connsiteX1" fmla="*/ 0 w 6892636"/>
              <a:gd name="connsiteY1" fmla="*/ 0 h 3417456"/>
              <a:gd name="connsiteX2" fmla="*/ 6892636 w 6892636"/>
              <a:gd name="connsiteY2" fmla="*/ 3417456 h 3417456"/>
              <a:gd name="connsiteX3" fmla="*/ 11545 w 6892636"/>
              <a:gd name="connsiteY3" fmla="*/ 3417456 h 341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92636" h="3417456">
                <a:moveTo>
                  <a:pt x="11545" y="3417456"/>
                </a:moveTo>
                <a:cubicBezTo>
                  <a:pt x="7697" y="2278304"/>
                  <a:pt x="3848" y="1139152"/>
                  <a:pt x="0" y="0"/>
                </a:cubicBezTo>
                <a:lnTo>
                  <a:pt x="6892636" y="3417456"/>
                </a:lnTo>
                <a:lnTo>
                  <a:pt x="11545" y="34174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AAC3C75-64DD-4B82-9DDB-9E0466C1404D}"/>
              </a:ext>
            </a:extLst>
          </p:cNvPr>
          <p:cNvGrpSpPr/>
          <p:nvPr userDrawn="1"/>
        </p:nvGrpSpPr>
        <p:grpSpPr>
          <a:xfrm>
            <a:off x="-818604" y="4698728"/>
            <a:ext cx="3266241" cy="1928089"/>
            <a:chOff x="-537106" y="2828637"/>
            <a:chExt cx="4886523" cy="2884555"/>
          </a:xfrm>
        </p:grpSpPr>
        <p:sp>
          <p:nvSpPr>
            <p:cNvPr id="31" name="Diamond 30">
              <a:extLst>
                <a:ext uri="{FF2B5EF4-FFF2-40B4-BE49-F238E27FC236}">
                  <a16:creationId xmlns:a16="http://schemas.microsoft.com/office/drawing/2014/main" id="{D0A3E4B4-0FB9-4535-B095-143C6B999C9A}"/>
                </a:ext>
              </a:extLst>
            </p:cNvPr>
            <p:cNvSpPr/>
            <p:nvPr/>
          </p:nvSpPr>
          <p:spPr>
            <a:xfrm>
              <a:off x="732062" y="2828637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Diamond 31">
              <a:extLst>
                <a:ext uri="{FF2B5EF4-FFF2-40B4-BE49-F238E27FC236}">
                  <a16:creationId xmlns:a16="http://schemas.microsoft.com/office/drawing/2014/main" id="{CD3C161F-BB9D-419B-9695-C0E517543A53}"/>
                </a:ext>
              </a:extLst>
            </p:cNvPr>
            <p:cNvSpPr/>
            <p:nvPr/>
          </p:nvSpPr>
          <p:spPr>
            <a:xfrm>
              <a:off x="2001231" y="3608973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Diamond 32">
              <a:extLst>
                <a:ext uri="{FF2B5EF4-FFF2-40B4-BE49-F238E27FC236}">
                  <a16:creationId xmlns:a16="http://schemas.microsoft.com/office/drawing/2014/main" id="{BEE55A4D-6190-42C4-B6A8-BDB4455198AB}"/>
                </a:ext>
              </a:extLst>
            </p:cNvPr>
            <p:cNvSpPr/>
            <p:nvPr/>
          </p:nvSpPr>
          <p:spPr>
            <a:xfrm>
              <a:off x="-537106" y="3617943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Diamond 33">
              <a:extLst>
                <a:ext uri="{FF2B5EF4-FFF2-40B4-BE49-F238E27FC236}">
                  <a16:creationId xmlns:a16="http://schemas.microsoft.com/office/drawing/2014/main" id="{150933E6-560D-4211-9F2D-12DA3C6A2ADF}"/>
                </a:ext>
              </a:extLst>
            </p:cNvPr>
            <p:cNvSpPr/>
            <p:nvPr/>
          </p:nvSpPr>
          <p:spPr>
            <a:xfrm>
              <a:off x="732062" y="4371372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9B1B783-2788-43E9-B484-94048A1A1793}"/>
              </a:ext>
            </a:extLst>
          </p:cNvPr>
          <p:cNvGrpSpPr/>
          <p:nvPr userDrawn="1"/>
        </p:nvGrpSpPr>
        <p:grpSpPr>
          <a:xfrm>
            <a:off x="8955490" y="940991"/>
            <a:ext cx="3266241" cy="1928089"/>
            <a:chOff x="-537106" y="2828637"/>
            <a:chExt cx="4886523" cy="2884555"/>
          </a:xfrm>
        </p:grpSpPr>
        <p:sp>
          <p:nvSpPr>
            <p:cNvPr id="36" name="Diamond 35">
              <a:extLst>
                <a:ext uri="{FF2B5EF4-FFF2-40B4-BE49-F238E27FC236}">
                  <a16:creationId xmlns:a16="http://schemas.microsoft.com/office/drawing/2014/main" id="{DDF6F51D-86B1-4E87-A589-11795C8062FD}"/>
                </a:ext>
              </a:extLst>
            </p:cNvPr>
            <p:cNvSpPr/>
            <p:nvPr/>
          </p:nvSpPr>
          <p:spPr>
            <a:xfrm>
              <a:off x="732062" y="2828637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Diamond 36">
              <a:extLst>
                <a:ext uri="{FF2B5EF4-FFF2-40B4-BE49-F238E27FC236}">
                  <a16:creationId xmlns:a16="http://schemas.microsoft.com/office/drawing/2014/main" id="{444E4D8F-5FD1-4DF0-9847-9909CC89289A}"/>
                </a:ext>
              </a:extLst>
            </p:cNvPr>
            <p:cNvSpPr/>
            <p:nvPr/>
          </p:nvSpPr>
          <p:spPr>
            <a:xfrm>
              <a:off x="2001231" y="3608973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Diamond 37">
              <a:extLst>
                <a:ext uri="{FF2B5EF4-FFF2-40B4-BE49-F238E27FC236}">
                  <a16:creationId xmlns:a16="http://schemas.microsoft.com/office/drawing/2014/main" id="{D1BEDA94-B904-49A7-92A2-DE6BCC3136B3}"/>
                </a:ext>
              </a:extLst>
            </p:cNvPr>
            <p:cNvSpPr/>
            <p:nvPr/>
          </p:nvSpPr>
          <p:spPr>
            <a:xfrm>
              <a:off x="-537106" y="3617943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Diamond 38">
              <a:extLst>
                <a:ext uri="{FF2B5EF4-FFF2-40B4-BE49-F238E27FC236}">
                  <a16:creationId xmlns:a16="http://schemas.microsoft.com/office/drawing/2014/main" id="{BE24AEDE-31F4-4CD7-9384-D71CE273F56B}"/>
                </a:ext>
              </a:extLst>
            </p:cNvPr>
            <p:cNvSpPr/>
            <p:nvPr/>
          </p:nvSpPr>
          <p:spPr>
            <a:xfrm>
              <a:off x="732062" y="4371372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1982F8B0-FBB9-45DC-90C4-F0963769882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50650"/>
            <a:ext cx="3512685" cy="8770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AB7899-608E-4767-B51D-C7DB1EAE84C9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29025" y="2543442"/>
            <a:ext cx="8321040" cy="1542929"/>
          </a:xfrm>
          <a:noFill/>
        </p:spPr>
        <p:txBody>
          <a:bodyPr lIns="365760" anchor="b">
            <a:noAutofit/>
          </a:bodyPr>
          <a:lstStyle>
            <a:lvl1pPr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defRPr sz="4600" spc="8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860EF8-9AD0-4618-8471-A35B3C931C6F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29025" y="4201082"/>
            <a:ext cx="8321040" cy="940053"/>
          </a:xfrm>
          <a:noFill/>
        </p:spPr>
        <p:txBody>
          <a:bodyPr lIns="365760">
            <a:noAutofit/>
          </a:bodyPr>
          <a:lstStyle>
            <a:lvl1pPr marL="0" indent="0" algn="l">
              <a:lnSpc>
                <a:spcPct val="100000"/>
              </a:lnSpc>
              <a:spcAft>
                <a:spcPts val="1000"/>
              </a:spcAft>
              <a:buNone/>
              <a:defRPr sz="2400" spc="8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presentation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AC7F8-7CFB-4B66-BB4D-E90BD81366B9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3629025" y="2086717"/>
            <a:ext cx="8321040" cy="365125"/>
          </a:xfrm>
        </p:spPr>
        <p:txBody>
          <a:bodyPr lIns="365760"/>
          <a:lstStyle>
            <a:lvl1pPr>
              <a:defRPr cap="all" spc="3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A3F9C8C-78D7-41A2-972D-91531CA35D90}" type="datetime3">
              <a:rPr lang="en-US" smtClean="0"/>
              <a:t>8 July 2026</a:t>
            </a:fld>
            <a:endParaRPr lang="en-US" cap="al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D349C-1C92-4E1E-B946-B0437C47042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01C307D2-03C1-449D-B152-F770851998B0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3629025" y="5141913"/>
            <a:ext cx="8321040" cy="939800"/>
          </a:xfrm>
        </p:spPr>
        <p:txBody>
          <a:bodyPr lIns="365760"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presenter names, titles</a:t>
            </a:r>
          </a:p>
        </p:txBody>
      </p:sp>
      <p:pic>
        <p:nvPicPr>
          <p:cNvPr id="44" name="Picture 43" descr="A picture containing drawing&#10;&#10;Description automatically generated">
            <a:extLst>
              <a:ext uri="{FF2B5EF4-FFF2-40B4-BE49-F238E27FC236}">
                <a16:creationId xmlns:a16="http://schemas.microsoft.com/office/drawing/2014/main" id="{142AF685-C2AB-4815-B657-599E648F7D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39369" r="37311" b="29339"/>
          <a:stretch/>
        </p:blipFill>
        <p:spPr>
          <a:xfrm>
            <a:off x="10290413" y="321185"/>
            <a:ext cx="1637730" cy="19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885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4A4C390-E34B-4E86-B2F4-CF375CACAA2B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tx2">
                  <a:alpha val="89000"/>
                </a:schemeClr>
              </a:gs>
              <a:gs pos="100000">
                <a:schemeClr val="accent3">
                  <a:alpha val="91000"/>
                </a:schemeClr>
              </a:gs>
              <a:gs pos="46000">
                <a:schemeClr val="tx2">
                  <a:alpha val="89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00FC7BC-5191-4727-B0CD-D1454848F934}"/>
              </a:ext>
            </a:extLst>
          </p:cNvPr>
          <p:cNvGrpSpPr/>
          <p:nvPr userDrawn="1"/>
        </p:nvGrpSpPr>
        <p:grpSpPr>
          <a:xfrm>
            <a:off x="-818604" y="0"/>
            <a:ext cx="13040335" cy="6072908"/>
            <a:chOff x="-818604" y="0"/>
            <a:chExt cx="13040335" cy="6072908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F02B629-A6A8-4C6D-A14B-FA3C30718B11}"/>
                </a:ext>
              </a:extLst>
            </p:cNvPr>
            <p:cNvGrpSpPr/>
            <p:nvPr userDrawn="1"/>
          </p:nvGrpSpPr>
          <p:grpSpPr>
            <a:xfrm>
              <a:off x="-818604" y="0"/>
              <a:ext cx="13040335" cy="6072908"/>
              <a:chOff x="-818604" y="0"/>
              <a:chExt cx="13040335" cy="6072908"/>
            </a:xfrm>
          </p:grpSpPr>
          <p:sp>
            <p:nvSpPr>
              <p:cNvPr id="7" name="Right Triangle 1">
                <a:extLst>
                  <a:ext uri="{FF2B5EF4-FFF2-40B4-BE49-F238E27FC236}">
                    <a16:creationId xmlns:a16="http://schemas.microsoft.com/office/drawing/2014/main" id="{84402B43-518D-4645-90C3-ACEE92512BB4}"/>
                  </a:ext>
                </a:extLst>
              </p:cNvPr>
              <p:cNvSpPr/>
              <p:nvPr userDrawn="1"/>
            </p:nvSpPr>
            <p:spPr>
              <a:xfrm flipV="1">
                <a:off x="-29731" y="0"/>
                <a:ext cx="6904181" cy="3417456"/>
              </a:xfrm>
              <a:custGeom>
                <a:avLst/>
                <a:gdLst>
                  <a:gd name="connsiteX0" fmla="*/ 0 w 6881091"/>
                  <a:gd name="connsiteY0" fmla="*/ 3325092 h 3325092"/>
                  <a:gd name="connsiteX1" fmla="*/ 0 w 6881091"/>
                  <a:gd name="connsiteY1" fmla="*/ 0 h 3325092"/>
                  <a:gd name="connsiteX2" fmla="*/ 6881091 w 6881091"/>
                  <a:gd name="connsiteY2" fmla="*/ 3325092 h 3325092"/>
                  <a:gd name="connsiteX3" fmla="*/ 0 w 6881091"/>
                  <a:gd name="connsiteY3" fmla="*/ 3325092 h 3325092"/>
                  <a:gd name="connsiteX0" fmla="*/ 11545 w 6892636"/>
                  <a:gd name="connsiteY0" fmla="*/ 3417456 h 3417456"/>
                  <a:gd name="connsiteX1" fmla="*/ 0 w 6892636"/>
                  <a:gd name="connsiteY1" fmla="*/ 0 h 3417456"/>
                  <a:gd name="connsiteX2" fmla="*/ 6892636 w 6892636"/>
                  <a:gd name="connsiteY2" fmla="*/ 3417456 h 3417456"/>
                  <a:gd name="connsiteX3" fmla="*/ 11545 w 6892636"/>
                  <a:gd name="connsiteY3" fmla="*/ 3417456 h 3417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2636" h="3417456">
                    <a:moveTo>
                      <a:pt x="11545" y="3417456"/>
                    </a:moveTo>
                    <a:cubicBezTo>
                      <a:pt x="7697" y="2278304"/>
                      <a:pt x="3848" y="1139152"/>
                      <a:pt x="0" y="0"/>
                    </a:cubicBezTo>
                    <a:lnTo>
                      <a:pt x="6892636" y="3417456"/>
                    </a:lnTo>
                    <a:lnTo>
                      <a:pt x="11545" y="341745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365760"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5AAC3C75-64DD-4B82-9DDB-9E0466C1404D}"/>
                  </a:ext>
                </a:extLst>
              </p:cNvPr>
              <p:cNvGrpSpPr/>
              <p:nvPr userDrawn="1"/>
            </p:nvGrpSpPr>
            <p:grpSpPr>
              <a:xfrm>
                <a:off x="-818604" y="4144819"/>
                <a:ext cx="3266241" cy="1928089"/>
                <a:chOff x="-537106" y="2828637"/>
                <a:chExt cx="4886523" cy="2884555"/>
              </a:xfrm>
            </p:grpSpPr>
            <p:sp>
              <p:nvSpPr>
                <p:cNvPr id="31" name="Diamond 30">
                  <a:extLst>
                    <a:ext uri="{FF2B5EF4-FFF2-40B4-BE49-F238E27FC236}">
                      <a16:creationId xmlns:a16="http://schemas.microsoft.com/office/drawing/2014/main" id="{D0A3E4B4-0FB9-4535-B095-143C6B999C9A}"/>
                    </a:ext>
                  </a:extLst>
                </p:cNvPr>
                <p:cNvSpPr/>
                <p:nvPr/>
              </p:nvSpPr>
              <p:spPr>
                <a:xfrm>
                  <a:off x="732062" y="2828637"/>
                  <a:ext cx="2348186" cy="1341820"/>
                </a:xfrm>
                <a:prstGeom prst="diamond">
                  <a:avLst/>
                </a:prstGeom>
                <a:noFill/>
                <a:ln>
                  <a:solidFill>
                    <a:schemeClr val="accent1">
                      <a:alpha val="49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Diamond 31">
                  <a:extLst>
                    <a:ext uri="{FF2B5EF4-FFF2-40B4-BE49-F238E27FC236}">
                      <a16:creationId xmlns:a16="http://schemas.microsoft.com/office/drawing/2014/main" id="{CD3C161F-BB9D-419B-9695-C0E517543A53}"/>
                    </a:ext>
                  </a:extLst>
                </p:cNvPr>
                <p:cNvSpPr/>
                <p:nvPr/>
              </p:nvSpPr>
              <p:spPr>
                <a:xfrm>
                  <a:off x="2001231" y="3608973"/>
                  <a:ext cx="2348186" cy="1341820"/>
                </a:xfrm>
                <a:prstGeom prst="diamond">
                  <a:avLst/>
                </a:prstGeom>
                <a:noFill/>
                <a:ln>
                  <a:solidFill>
                    <a:schemeClr val="accent1">
                      <a:alpha val="49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Diamond 32">
                  <a:extLst>
                    <a:ext uri="{FF2B5EF4-FFF2-40B4-BE49-F238E27FC236}">
                      <a16:creationId xmlns:a16="http://schemas.microsoft.com/office/drawing/2014/main" id="{BEE55A4D-6190-42C4-B6A8-BDB4455198AB}"/>
                    </a:ext>
                  </a:extLst>
                </p:cNvPr>
                <p:cNvSpPr/>
                <p:nvPr/>
              </p:nvSpPr>
              <p:spPr>
                <a:xfrm>
                  <a:off x="-537106" y="3617943"/>
                  <a:ext cx="2348186" cy="1341820"/>
                </a:xfrm>
                <a:prstGeom prst="diamond">
                  <a:avLst/>
                </a:prstGeom>
                <a:noFill/>
                <a:ln>
                  <a:solidFill>
                    <a:schemeClr val="accent1">
                      <a:alpha val="49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Diamond 33">
                  <a:extLst>
                    <a:ext uri="{FF2B5EF4-FFF2-40B4-BE49-F238E27FC236}">
                      <a16:creationId xmlns:a16="http://schemas.microsoft.com/office/drawing/2014/main" id="{150933E6-560D-4211-9F2D-12DA3C6A2ADF}"/>
                    </a:ext>
                  </a:extLst>
                </p:cNvPr>
                <p:cNvSpPr/>
                <p:nvPr/>
              </p:nvSpPr>
              <p:spPr>
                <a:xfrm>
                  <a:off x="732062" y="4371372"/>
                  <a:ext cx="2348186" cy="1341820"/>
                </a:xfrm>
                <a:prstGeom prst="diamond">
                  <a:avLst/>
                </a:prstGeom>
                <a:noFill/>
                <a:ln>
                  <a:solidFill>
                    <a:schemeClr val="accent1">
                      <a:alpha val="49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9B1B783-2788-43E9-B484-94048A1A1793}"/>
                  </a:ext>
                </a:extLst>
              </p:cNvPr>
              <p:cNvGrpSpPr/>
              <p:nvPr userDrawn="1"/>
            </p:nvGrpSpPr>
            <p:grpSpPr>
              <a:xfrm>
                <a:off x="8955490" y="940991"/>
                <a:ext cx="3266241" cy="1928089"/>
                <a:chOff x="-537106" y="2828637"/>
                <a:chExt cx="4886523" cy="2884555"/>
              </a:xfrm>
            </p:grpSpPr>
            <p:sp>
              <p:nvSpPr>
                <p:cNvPr id="36" name="Diamond 35">
                  <a:extLst>
                    <a:ext uri="{FF2B5EF4-FFF2-40B4-BE49-F238E27FC236}">
                      <a16:creationId xmlns:a16="http://schemas.microsoft.com/office/drawing/2014/main" id="{DDF6F51D-86B1-4E87-A589-11795C8062FD}"/>
                    </a:ext>
                  </a:extLst>
                </p:cNvPr>
                <p:cNvSpPr/>
                <p:nvPr/>
              </p:nvSpPr>
              <p:spPr>
                <a:xfrm>
                  <a:off x="732062" y="2828637"/>
                  <a:ext cx="2348186" cy="1341820"/>
                </a:xfrm>
                <a:prstGeom prst="diamond">
                  <a:avLst/>
                </a:prstGeom>
                <a:noFill/>
                <a:ln>
                  <a:solidFill>
                    <a:schemeClr val="accent1">
                      <a:alpha val="49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Diamond 36">
                  <a:extLst>
                    <a:ext uri="{FF2B5EF4-FFF2-40B4-BE49-F238E27FC236}">
                      <a16:creationId xmlns:a16="http://schemas.microsoft.com/office/drawing/2014/main" id="{444E4D8F-5FD1-4DF0-9847-9909CC89289A}"/>
                    </a:ext>
                  </a:extLst>
                </p:cNvPr>
                <p:cNvSpPr/>
                <p:nvPr/>
              </p:nvSpPr>
              <p:spPr>
                <a:xfrm>
                  <a:off x="2001231" y="3608973"/>
                  <a:ext cx="2348186" cy="1341820"/>
                </a:xfrm>
                <a:prstGeom prst="diamond">
                  <a:avLst/>
                </a:prstGeom>
                <a:noFill/>
                <a:ln>
                  <a:solidFill>
                    <a:schemeClr val="accent1">
                      <a:alpha val="49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Diamond 37">
                  <a:extLst>
                    <a:ext uri="{FF2B5EF4-FFF2-40B4-BE49-F238E27FC236}">
                      <a16:creationId xmlns:a16="http://schemas.microsoft.com/office/drawing/2014/main" id="{D1BEDA94-B904-49A7-92A2-DE6BCC3136B3}"/>
                    </a:ext>
                  </a:extLst>
                </p:cNvPr>
                <p:cNvSpPr/>
                <p:nvPr/>
              </p:nvSpPr>
              <p:spPr>
                <a:xfrm>
                  <a:off x="-537106" y="3617943"/>
                  <a:ext cx="2348186" cy="1341820"/>
                </a:xfrm>
                <a:prstGeom prst="diamond">
                  <a:avLst/>
                </a:prstGeom>
                <a:noFill/>
                <a:ln>
                  <a:solidFill>
                    <a:schemeClr val="accent1">
                      <a:alpha val="49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Diamond 38">
                  <a:extLst>
                    <a:ext uri="{FF2B5EF4-FFF2-40B4-BE49-F238E27FC236}">
                      <a16:creationId xmlns:a16="http://schemas.microsoft.com/office/drawing/2014/main" id="{BE24AEDE-31F4-4CD7-9384-D71CE273F56B}"/>
                    </a:ext>
                  </a:extLst>
                </p:cNvPr>
                <p:cNvSpPr/>
                <p:nvPr/>
              </p:nvSpPr>
              <p:spPr>
                <a:xfrm>
                  <a:off x="732062" y="4371372"/>
                  <a:ext cx="2348186" cy="1341820"/>
                </a:xfrm>
                <a:prstGeom prst="diamond">
                  <a:avLst/>
                </a:prstGeom>
                <a:noFill/>
                <a:ln>
                  <a:solidFill>
                    <a:schemeClr val="accent1">
                      <a:alpha val="49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982F8B0-FBB9-45DC-90C4-F09637698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000" y="450650"/>
              <a:ext cx="3512685" cy="87707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AB7899-608E-4767-B51D-C7DB1EAE84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29025" y="2543442"/>
            <a:ext cx="8321040" cy="1542929"/>
          </a:xfrm>
          <a:noFill/>
        </p:spPr>
        <p:txBody>
          <a:bodyPr lIns="365760" anchor="b">
            <a:noAutofit/>
          </a:bodyPr>
          <a:lstStyle>
            <a:lvl1pPr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defRPr sz="4600" spc="8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860EF8-9AD0-4618-8471-A35B3C931C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29025" y="4201082"/>
            <a:ext cx="8321040" cy="940053"/>
          </a:xfrm>
          <a:noFill/>
        </p:spPr>
        <p:txBody>
          <a:bodyPr lIns="365760">
            <a:noAutofit/>
          </a:bodyPr>
          <a:lstStyle>
            <a:lvl1pPr marL="0" indent="0" algn="l">
              <a:lnSpc>
                <a:spcPct val="100000"/>
              </a:lnSpc>
              <a:spcAft>
                <a:spcPts val="1000"/>
              </a:spcAft>
              <a:buNone/>
              <a:defRPr sz="2400" spc="8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presentation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AC7F8-7CFB-4B66-BB4D-E90BD81366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29025" y="2086717"/>
            <a:ext cx="8321040" cy="365125"/>
          </a:xfrm>
        </p:spPr>
        <p:txBody>
          <a:bodyPr lIns="365760"/>
          <a:lstStyle>
            <a:lvl1pPr>
              <a:defRPr cap="all" spc="3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8817C8E-F90B-4F42-88EF-B49871B7E13B}" type="datetime3">
              <a:rPr lang="en-US" smtClean="0"/>
              <a:t>8 July 2026</a:t>
            </a:fld>
            <a:endParaRPr lang="en-US" cap="al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D349C-1C92-4E1E-B946-B0437C470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01C307D2-03C1-449D-B152-F770851998B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29025" y="5141913"/>
            <a:ext cx="8321040" cy="939800"/>
          </a:xfrm>
        </p:spPr>
        <p:txBody>
          <a:bodyPr lIns="365760"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presenter names, titles</a:t>
            </a:r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FB2E86D1-6A01-4CC6-9912-D65DA42107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39369" r="37311" b="29339"/>
          <a:stretch/>
        </p:blipFill>
        <p:spPr>
          <a:xfrm>
            <a:off x="10290413" y="321185"/>
            <a:ext cx="1637730" cy="19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8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D1FE84-78EA-45B7-9BD1-6AE6946BED89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tx2">
                  <a:alpha val="89000"/>
                </a:schemeClr>
              </a:gs>
              <a:gs pos="100000">
                <a:schemeClr val="accent3">
                  <a:alpha val="91000"/>
                </a:schemeClr>
              </a:gs>
              <a:gs pos="46000">
                <a:schemeClr val="tx2">
                  <a:alpha val="89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00FC7BC-5191-4727-B0CD-D1454848F934}"/>
              </a:ext>
            </a:extLst>
          </p:cNvPr>
          <p:cNvGrpSpPr/>
          <p:nvPr userDrawn="1"/>
        </p:nvGrpSpPr>
        <p:grpSpPr>
          <a:xfrm>
            <a:off x="-818604" y="0"/>
            <a:ext cx="13040335" cy="6858000"/>
            <a:chOff x="-818604" y="0"/>
            <a:chExt cx="13040335" cy="68580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F02B629-A6A8-4C6D-A14B-FA3C30718B11}"/>
                </a:ext>
              </a:extLst>
            </p:cNvPr>
            <p:cNvGrpSpPr/>
            <p:nvPr userDrawn="1"/>
          </p:nvGrpSpPr>
          <p:grpSpPr>
            <a:xfrm>
              <a:off x="-818604" y="0"/>
              <a:ext cx="13040335" cy="6858000"/>
              <a:chOff x="-818604" y="0"/>
              <a:chExt cx="13040335" cy="6858000"/>
            </a:xfrm>
          </p:grpSpPr>
          <p:sp>
            <p:nvSpPr>
              <p:cNvPr id="7" name="Right Triangle 1">
                <a:extLst>
                  <a:ext uri="{FF2B5EF4-FFF2-40B4-BE49-F238E27FC236}">
                    <a16:creationId xmlns:a16="http://schemas.microsoft.com/office/drawing/2014/main" id="{84402B43-518D-4645-90C3-ACEE92512BB4}"/>
                  </a:ext>
                </a:extLst>
              </p:cNvPr>
              <p:cNvSpPr/>
              <p:nvPr userDrawn="1"/>
            </p:nvSpPr>
            <p:spPr>
              <a:xfrm flipV="1">
                <a:off x="-29731" y="0"/>
                <a:ext cx="5325061" cy="6858000"/>
              </a:xfrm>
              <a:custGeom>
                <a:avLst/>
                <a:gdLst>
                  <a:gd name="connsiteX0" fmla="*/ 0 w 6881091"/>
                  <a:gd name="connsiteY0" fmla="*/ 3325092 h 3325092"/>
                  <a:gd name="connsiteX1" fmla="*/ 0 w 6881091"/>
                  <a:gd name="connsiteY1" fmla="*/ 0 h 3325092"/>
                  <a:gd name="connsiteX2" fmla="*/ 6881091 w 6881091"/>
                  <a:gd name="connsiteY2" fmla="*/ 3325092 h 3325092"/>
                  <a:gd name="connsiteX3" fmla="*/ 0 w 6881091"/>
                  <a:gd name="connsiteY3" fmla="*/ 3325092 h 3325092"/>
                  <a:gd name="connsiteX0" fmla="*/ 11545 w 6892636"/>
                  <a:gd name="connsiteY0" fmla="*/ 3417456 h 3417456"/>
                  <a:gd name="connsiteX1" fmla="*/ 0 w 6892636"/>
                  <a:gd name="connsiteY1" fmla="*/ 0 h 3417456"/>
                  <a:gd name="connsiteX2" fmla="*/ 6892636 w 6892636"/>
                  <a:gd name="connsiteY2" fmla="*/ 3417456 h 3417456"/>
                  <a:gd name="connsiteX3" fmla="*/ 11545 w 6892636"/>
                  <a:gd name="connsiteY3" fmla="*/ 3417456 h 3417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2636" h="3417456">
                    <a:moveTo>
                      <a:pt x="11545" y="3417456"/>
                    </a:moveTo>
                    <a:cubicBezTo>
                      <a:pt x="7697" y="2278304"/>
                      <a:pt x="3848" y="1139152"/>
                      <a:pt x="0" y="0"/>
                    </a:cubicBezTo>
                    <a:lnTo>
                      <a:pt x="6892636" y="3417456"/>
                    </a:lnTo>
                    <a:lnTo>
                      <a:pt x="11545" y="341745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365760"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5AAC3C75-64DD-4B82-9DDB-9E0466C1404D}"/>
                  </a:ext>
                </a:extLst>
              </p:cNvPr>
              <p:cNvGrpSpPr/>
              <p:nvPr userDrawn="1"/>
            </p:nvGrpSpPr>
            <p:grpSpPr>
              <a:xfrm>
                <a:off x="-818604" y="4144819"/>
                <a:ext cx="3266241" cy="1928089"/>
                <a:chOff x="-537106" y="2828637"/>
                <a:chExt cx="4886523" cy="2884555"/>
              </a:xfrm>
            </p:grpSpPr>
            <p:sp>
              <p:nvSpPr>
                <p:cNvPr id="31" name="Diamond 30">
                  <a:extLst>
                    <a:ext uri="{FF2B5EF4-FFF2-40B4-BE49-F238E27FC236}">
                      <a16:creationId xmlns:a16="http://schemas.microsoft.com/office/drawing/2014/main" id="{D0A3E4B4-0FB9-4535-B095-143C6B999C9A}"/>
                    </a:ext>
                  </a:extLst>
                </p:cNvPr>
                <p:cNvSpPr/>
                <p:nvPr/>
              </p:nvSpPr>
              <p:spPr>
                <a:xfrm>
                  <a:off x="732062" y="2828637"/>
                  <a:ext cx="2348186" cy="1341820"/>
                </a:xfrm>
                <a:prstGeom prst="diamond">
                  <a:avLst/>
                </a:prstGeom>
                <a:noFill/>
                <a:ln>
                  <a:solidFill>
                    <a:schemeClr val="accent1">
                      <a:alpha val="49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Diamond 31">
                  <a:extLst>
                    <a:ext uri="{FF2B5EF4-FFF2-40B4-BE49-F238E27FC236}">
                      <a16:creationId xmlns:a16="http://schemas.microsoft.com/office/drawing/2014/main" id="{CD3C161F-BB9D-419B-9695-C0E517543A53}"/>
                    </a:ext>
                  </a:extLst>
                </p:cNvPr>
                <p:cNvSpPr/>
                <p:nvPr/>
              </p:nvSpPr>
              <p:spPr>
                <a:xfrm>
                  <a:off x="2001231" y="3608973"/>
                  <a:ext cx="2348186" cy="1341820"/>
                </a:xfrm>
                <a:prstGeom prst="diamond">
                  <a:avLst/>
                </a:prstGeom>
                <a:noFill/>
                <a:ln>
                  <a:solidFill>
                    <a:schemeClr val="accent1">
                      <a:alpha val="49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Diamond 32">
                  <a:extLst>
                    <a:ext uri="{FF2B5EF4-FFF2-40B4-BE49-F238E27FC236}">
                      <a16:creationId xmlns:a16="http://schemas.microsoft.com/office/drawing/2014/main" id="{BEE55A4D-6190-42C4-B6A8-BDB4455198AB}"/>
                    </a:ext>
                  </a:extLst>
                </p:cNvPr>
                <p:cNvSpPr/>
                <p:nvPr/>
              </p:nvSpPr>
              <p:spPr>
                <a:xfrm>
                  <a:off x="-537106" y="3617943"/>
                  <a:ext cx="2348186" cy="1341820"/>
                </a:xfrm>
                <a:prstGeom prst="diamond">
                  <a:avLst/>
                </a:prstGeom>
                <a:noFill/>
                <a:ln>
                  <a:solidFill>
                    <a:schemeClr val="accent1">
                      <a:alpha val="49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Diamond 33">
                  <a:extLst>
                    <a:ext uri="{FF2B5EF4-FFF2-40B4-BE49-F238E27FC236}">
                      <a16:creationId xmlns:a16="http://schemas.microsoft.com/office/drawing/2014/main" id="{150933E6-560D-4211-9F2D-12DA3C6A2ADF}"/>
                    </a:ext>
                  </a:extLst>
                </p:cNvPr>
                <p:cNvSpPr/>
                <p:nvPr/>
              </p:nvSpPr>
              <p:spPr>
                <a:xfrm>
                  <a:off x="732062" y="4371372"/>
                  <a:ext cx="2348186" cy="1341820"/>
                </a:xfrm>
                <a:prstGeom prst="diamond">
                  <a:avLst/>
                </a:prstGeom>
                <a:noFill/>
                <a:ln>
                  <a:solidFill>
                    <a:schemeClr val="accent1">
                      <a:alpha val="49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9B1B783-2788-43E9-B484-94048A1A1793}"/>
                  </a:ext>
                </a:extLst>
              </p:cNvPr>
              <p:cNvGrpSpPr/>
              <p:nvPr userDrawn="1"/>
            </p:nvGrpSpPr>
            <p:grpSpPr>
              <a:xfrm>
                <a:off x="8955490" y="940991"/>
                <a:ext cx="3266241" cy="1928089"/>
                <a:chOff x="-537106" y="2828637"/>
                <a:chExt cx="4886523" cy="2884555"/>
              </a:xfrm>
            </p:grpSpPr>
            <p:sp>
              <p:nvSpPr>
                <p:cNvPr id="36" name="Diamond 35">
                  <a:extLst>
                    <a:ext uri="{FF2B5EF4-FFF2-40B4-BE49-F238E27FC236}">
                      <a16:creationId xmlns:a16="http://schemas.microsoft.com/office/drawing/2014/main" id="{DDF6F51D-86B1-4E87-A589-11795C8062FD}"/>
                    </a:ext>
                  </a:extLst>
                </p:cNvPr>
                <p:cNvSpPr/>
                <p:nvPr/>
              </p:nvSpPr>
              <p:spPr>
                <a:xfrm>
                  <a:off x="732062" y="2828637"/>
                  <a:ext cx="2348186" cy="1341820"/>
                </a:xfrm>
                <a:prstGeom prst="diamond">
                  <a:avLst/>
                </a:prstGeom>
                <a:noFill/>
                <a:ln>
                  <a:solidFill>
                    <a:schemeClr val="accent1">
                      <a:alpha val="49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Diamond 36">
                  <a:extLst>
                    <a:ext uri="{FF2B5EF4-FFF2-40B4-BE49-F238E27FC236}">
                      <a16:creationId xmlns:a16="http://schemas.microsoft.com/office/drawing/2014/main" id="{444E4D8F-5FD1-4DF0-9847-9909CC89289A}"/>
                    </a:ext>
                  </a:extLst>
                </p:cNvPr>
                <p:cNvSpPr/>
                <p:nvPr/>
              </p:nvSpPr>
              <p:spPr>
                <a:xfrm>
                  <a:off x="2001231" y="3608973"/>
                  <a:ext cx="2348186" cy="1341820"/>
                </a:xfrm>
                <a:prstGeom prst="diamond">
                  <a:avLst/>
                </a:prstGeom>
                <a:noFill/>
                <a:ln>
                  <a:solidFill>
                    <a:schemeClr val="accent1">
                      <a:alpha val="49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Diamond 37">
                  <a:extLst>
                    <a:ext uri="{FF2B5EF4-FFF2-40B4-BE49-F238E27FC236}">
                      <a16:creationId xmlns:a16="http://schemas.microsoft.com/office/drawing/2014/main" id="{D1BEDA94-B904-49A7-92A2-DE6BCC3136B3}"/>
                    </a:ext>
                  </a:extLst>
                </p:cNvPr>
                <p:cNvSpPr/>
                <p:nvPr/>
              </p:nvSpPr>
              <p:spPr>
                <a:xfrm>
                  <a:off x="-537106" y="3617943"/>
                  <a:ext cx="2348186" cy="1341820"/>
                </a:xfrm>
                <a:prstGeom prst="diamond">
                  <a:avLst/>
                </a:prstGeom>
                <a:noFill/>
                <a:ln>
                  <a:solidFill>
                    <a:schemeClr val="accent1">
                      <a:alpha val="49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Diamond 38">
                  <a:extLst>
                    <a:ext uri="{FF2B5EF4-FFF2-40B4-BE49-F238E27FC236}">
                      <a16:creationId xmlns:a16="http://schemas.microsoft.com/office/drawing/2014/main" id="{BE24AEDE-31F4-4CD7-9384-D71CE273F56B}"/>
                    </a:ext>
                  </a:extLst>
                </p:cNvPr>
                <p:cNvSpPr/>
                <p:nvPr/>
              </p:nvSpPr>
              <p:spPr>
                <a:xfrm>
                  <a:off x="732062" y="4371372"/>
                  <a:ext cx="2348186" cy="1341820"/>
                </a:xfrm>
                <a:prstGeom prst="diamond">
                  <a:avLst/>
                </a:prstGeom>
                <a:noFill/>
                <a:ln>
                  <a:solidFill>
                    <a:schemeClr val="accent1">
                      <a:alpha val="49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982F8B0-FBB9-45DC-90C4-F09637698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000" y="450650"/>
              <a:ext cx="3512685" cy="87707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AB7899-608E-4767-B51D-C7DB1EAE84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29025" y="3003375"/>
            <a:ext cx="8321040" cy="1082996"/>
          </a:xfrm>
          <a:noFill/>
        </p:spPr>
        <p:txBody>
          <a:bodyPr lIns="365760" anchor="b">
            <a:noAutofit/>
          </a:bodyPr>
          <a:lstStyle>
            <a:lvl1pPr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defRPr sz="4600" spc="8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860EF8-9AD0-4618-8471-A35B3C931C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29025" y="4201082"/>
            <a:ext cx="8321040" cy="940053"/>
          </a:xfrm>
          <a:noFill/>
        </p:spPr>
        <p:txBody>
          <a:bodyPr lIns="365760">
            <a:noAutofit/>
          </a:bodyPr>
          <a:lstStyle>
            <a:lvl1pPr marL="0" indent="0" algn="l">
              <a:lnSpc>
                <a:spcPct val="100000"/>
              </a:lnSpc>
              <a:spcAft>
                <a:spcPts val="1000"/>
              </a:spcAft>
              <a:buNone/>
              <a:defRPr sz="2400" spc="8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presentation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AC7F8-7CFB-4B66-BB4D-E90BD81366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29025" y="2550745"/>
            <a:ext cx="8321040" cy="365125"/>
          </a:xfrm>
        </p:spPr>
        <p:txBody>
          <a:bodyPr lIns="365760"/>
          <a:lstStyle>
            <a:lvl1pPr>
              <a:defRPr cap="all" spc="3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DB7130-485A-4512-A919-287F06C15B80}" type="datetime3">
              <a:rPr lang="en-US" smtClean="0"/>
              <a:t>8 July 2026</a:t>
            </a:fld>
            <a:endParaRPr lang="en-US" cap="al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D349C-1C92-4E1E-B946-B0437C470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01C307D2-03C1-449D-B152-F770851998B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29025" y="5141913"/>
            <a:ext cx="8321040" cy="939800"/>
          </a:xfrm>
        </p:spPr>
        <p:txBody>
          <a:bodyPr lIns="365760"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presenter names, titles</a:t>
            </a:r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0581F5BD-0706-4311-AC8F-BE94916F71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39369" r="37311" b="29339"/>
          <a:stretch/>
        </p:blipFill>
        <p:spPr>
          <a:xfrm>
            <a:off x="10290413" y="321185"/>
            <a:ext cx="1637730" cy="19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346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ntent-1 (Clea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03EAC03-96EA-43B5-9E35-0EE5B49D84ED}"/>
              </a:ext>
            </a:extLst>
          </p:cNvPr>
          <p:cNvSpPr/>
          <p:nvPr userDrawn="1"/>
        </p:nvSpPr>
        <p:spPr>
          <a:xfrm>
            <a:off x="0" y="1"/>
            <a:ext cx="12192000" cy="6333330"/>
          </a:xfrm>
          <a:prstGeom prst="rect">
            <a:avLst/>
          </a:prstGeom>
          <a:gradFill>
            <a:gsLst>
              <a:gs pos="0">
                <a:schemeClr val="tx2">
                  <a:alpha val="89000"/>
                </a:schemeClr>
              </a:gs>
              <a:gs pos="100000">
                <a:schemeClr val="accent3">
                  <a:alpha val="91000"/>
                </a:schemeClr>
              </a:gs>
              <a:gs pos="46000">
                <a:schemeClr val="tx2">
                  <a:alpha val="89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78734FD0-7E5F-48B2-9EF4-F83AFCD43E2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663" y="2009274"/>
            <a:ext cx="11580812" cy="404419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8" name="Picture 17" descr="A picture containing drawing&#10;&#10;Description automatically generated">
            <a:extLst>
              <a:ext uri="{FF2B5EF4-FFF2-40B4-BE49-F238E27FC236}">
                <a16:creationId xmlns:a16="http://schemas.microsoft.com/office/drawing/2014/main" id="{4907CCC9-65A9-49A2-9949-DBAA6A823A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39369" r="37311" b="29339"/>
          <a:stretch/>
        </p:blipFill>
        <p:spPr>
          <a:xfrm>
            <a:off x="10290413" y="321185"/>
            <a:ext cx="1637730" cy="197134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2FDF2F8-A0BB-45B5-A8F0-789184AC0463}"/>
              </a:ext>
            </a:extLst>
          </p:cNvPr>
          <p:cNvCxnSpPr/>
          <p:nvPr userDrawn="1"/>
        </p:nvCxnSpPr>
        <p:spPr>
          <a:xfrm>
            <a:off x="0" y="1583140"/>
            <a:ext cx="197323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E92845AD-65A1-4474-9D30-BD2403F9C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9" y="764276"/>
            <a:ext cx="11581264" cy="684847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13A84ED9-FE2F-4F92-94E8-CE50E0B401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879" y="273050"/>
            <a:ext cx="11581264" cy="490538"/>
          </a:xfrm>
        </p:spPr>
        <p:txBody>
          <a:bodyPr anchor="b" anchorCtr="0"/>
          <a:lstStyle>
            <a:lvl1pPr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breadcrumb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0AD0731-199A-4723-918C-9491865D53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2979" y="6333331"/>
            <a:ext cx="3208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E617E1-30CA-47E7-B549-2391F76B7824}" type="datetime3">
              <a:rPr lang="en-US" smtClean="0"/>
              <a:t>8 July 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45D631BB-9F98-4DE2-937C-0C1DD5647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33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0B81825D-7232-491A-98B5-68AFFFD96B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333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76EFEF-0AC7-4C72-B317-96732DF899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42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Content-2 (Capitol)">
    <p:bg>
      <p:bgPr>
        <a:blipFill dpi="0" rotWithShape="1">
          <a:blip r:embed="rId2">
            <a:alphaModFix amt="90000"/>
            <a:lum/>
          </a:blip>
          <a:srcRect/>
          <a:stretch>
            <a:fillRect t="-8000" b="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C851024-A364-4EDB-8260-6688978BA25C}"/>
              </a:ext>
            </a:extLst>
          </p:cNvPr>
          <p:cNvSpPr/>
          <p:nvPr userDrawn="1"/>
        </p:nvSpPr>
        <p:spPr>
          <a:xfrm>
            <a:off x="0" y="1"/>
            <a:ext cx="12192000" cy="6333330"/>
          </a:xfrm>
          <a:prstGeom prst="rect">
            <a:avLst/>
          </a:prstGeom>
          <a:gradFill>
            <a:gsLst>
              <a:gs pos="0">
                <a:schemeClr val="tx2">
                  <a:alpha val="89000"/>
                </a:schemeClr>
              </a:gs>
              <a:gs pos="100000">
                <a:schemeClr val="accent3">
                  <a:alpha val="91000"/>
                </a:schemeClr>
              </a:gs>
              <a:gs pos="46000">
                <a:schemeClr val="tx2">
                  <a:alpha val="89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8DEC9B4-7063-4FD1-BF7D-8B199518DC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663" y="2009274"/>
            <a:ext cx="11580812" cy="404419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Picture 16" descr="A picture containing drawing&#10;&#10;Description automatically generated">
            <a:extLst>
              <a:ext uri="{FF2B5EF4-FFF2-40B4-BE49-F238E27FC236}">
                <a16:creationId xmlns:a16="http://schemas.microsoft.com/office/drawing/2014/main" id="{64CC8CD2-8505-4771-A5D5-AD149C663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39369" r="37311" b="29339"/>
          <a:stretch/>
        </p:blipFill>
        <p:spPr>
          <a:xfrm>
            <a:off x="10290413" y="321185"/>
            <a:ext cx="1637730" cy="19713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954B6F9-2290-43BB-AC72-97F99017C743}"/>
              </a:ext>
            </a:extLst>
          </p:cNvPr>
          <p:cNvCxnSpPr/>
          <p:nvPr userDrawn="1"/>
        </p:nvCxnSpPr>
        <p:spPr>
          <a:xfrm>
            <a:off x="0" y="1583140"/>
            <a:ext cx="197323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3416B402-9363-407F-A0D8-C70456616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9" y="764276"/>
            <a:ext cx="11581264" cy="684847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99A3043-647C-4427-9D42-8A14DBF654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879" y="273050"/>
            <a:ext cx="11581264" cy="490538"/>
          </a:xfrm>
        </p:spPr>
        <p:txBody>
          <a:bodyPr anchor="b" anchorCtr="0"/>
          <a:lstStyle>
            <a:lvl1pPr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breadcrumb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DDAE1E96-4720-4070-B4B3-74CD943B2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2979" y="6333331"/>
            <a:ext cx="3208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E617E1-30CA-47E7-B549-2391F76B7824}" type="datetime3">
              <a:rPr lang="en-US" smtClean="0"/>
              <a:t>8 July 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77B2646C-660D-49C7-B8B6-B43F9B002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33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257846B8-28CB-455B-A9F8-93E726240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333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76EFEF-0AC7-4C72-B317-96732DF899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287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ntent-3 (Capitol Offse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341EE91-1EEE-49BE-9925-49124F8FE7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" r="3568" b="10771"/>
          <a:stretch/>
        </p:blipFill>
        <p:spPr>
          <a:xfrm>
            <a:off x="0" y="-1"/>
            <a:ext cx="12192000" cy="6333331"/>
          </a:xfrm>
          <a:prstGeom prst="rect">
            <a:avLst/>
          </a:prstGeom>
          <a:ln>
            <a:noFill/>
          </a:ln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2BEA99-0EB7-41EB-B30B-3DA8E024DC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879" y="273050"/>
            <a:ext cx="11581264" cy="490538"/>
          </a:xfrm>
        </p:spPr>
        <p:txBody>
          <a:bodyPr anchor="b" anchorCtr="0"/>
          <a:lstStyle>
            <a:lvl1pPr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breadcrumb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24F8C2-A7BA-4F78-9524-5E47004D785A}"/>
              </a:ext>
            </a:extLst>
          </p:cNvPr>
          <p:cNvCxnSpPr/>
          <p:nvPr userDrawn="1"/>
        </p:nvCxnSpPr>
        <p:spPr>
          <a:xfrm>
            <a:off x="0" y="1583140"/>
            <a:ext cx="197323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8DEC9B4-7063-4FD1-BF7D-8B199518DC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663" y="2009274"/>
            <a:ext cx="11580812" cy="404419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Picture 16" descr="A picture containing drawing&#10;&#10;Description automatically generated">
            <a:extLst>
              <a:ext uri="{FF2B5EF4-FFF2-40B4-BE49-F238E27FC236}">
                <a16:creationId xmlns:a16="http://schemas.microsoft.com/office/drawing/2014/main" id="{64CC8CD2-8505-4771-A5D5-AD149C663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39369" r="37311" b="29339"/>
          <a:stretch/>
        </p:blipFill>
        <p:spPr>
          <a:xfrm>
            <a:off x="10290413" y="321185"/>
            <a:ext cx="1637730" cy="197134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779EE593-9D97-4FB5-8C02-6D479671D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2979" y="6333331"/>
            <a:ext cx="3208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E617E1-30CA-47E7-B549-2391F76B7824}" type="datetime3">
              <a:rPr lang="en-US" smtClean="0"/>
              <a:t>8 July 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3C9206C-4882-479E-BB3D-CA3A91AE6F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33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8759646-B81E-4B9A-A909-5FA1B0736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333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76EFEF-0AC7-4C72-B317-96732DF899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2923FDE-E61D-46AF-BBFB-5F10413AF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9" y="764276"/>
            <a:ext cx="11581264" cy="684847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5467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1 (Clea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E69-E4B6-4249-AD34-2239A8033932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EFEF-0AC7-4C72-B317-96732DF899B6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8DEC9B4-7063-4FD1-BF7D-8B199518DC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663" y="2003364"/>
            <a:ext cx="11580812" cy="40501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Picture 16" descr="A picture containing drawing&#10;&#10;Description automatically generated">
            <a:extLst>
              <a:ext uri="{FF2B5EF4-FFF2-40B4-BE49-F238E27FC236}">
                <a16:creationId xmlns:a16="http://schemas.microsoft.com/office/drawing/2014/main" id="{64CC8CD2-8505-4771-A5D5-AD149C663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39369" r="37311" b="29339"/>
          <a:stretch/>
        </p:blipFill>
        <p:spPr>
          <a:xfrm>
            <a:off x="10290413" y="321185"/>
            <a:ext cx="1637730" cy="19713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8641663-5FE5-44C0-99D7-D2658C3D2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9" y="764276"/>
            <a:ext cx="11581264" cy="684847"/>
          </a:xfrm>
        </p:spPr>
        <p:txBody>
          <a:bodyPr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5EA793D-68EE-479A-B5BC-B5B8F4E69D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879" y="273050"/>
            <a:ext cx="11581264" cy="490538"/>
          </a:xfrm>
        </p:spPr>
        <p:txBody>
          <a:bodyPr anchor="b" anchorCtr="0"/>
          <a:lstStyle>
            <a:lvl1pPr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breadcrumb</a:t>
            </a:r>
          </a:p>
        </p:txBody>
      </p:sp>
    </p:spTree>
    <p:extLst>
      <p:ext uri="{BB962C8B-B14F-4D97-AF65-F5344CB8AC3E}">
        <p14:creationId xmlns:p14="http://schemas.microsoft.com/office/powerpoint/2010/main" val="3933157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2 (Clea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E69-E4B6-4249-AD34-2239A8033932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EFEF-0AC7-4C72-B317-96732DF899B6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8DEC9B4-7063-4FD1-BF7D-8B199518DC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663" y="2003364"/>
            <a:ext cx="11580812" cy="40501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Picture 16" descr="A picture containing drawing&#10;&#10;Description automatically generated">
            <a:extLst>
              <a:ext uri="{FF2B5EF4-FFF2-40B4-BE49-F238E27FC236}">
                <a16:creationId xmlns:a16="http://schemas.microsoft.com/office/drawing/2014/main" id="{64CC8CD2-8505-4771-A5D5-AD149C663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39369" r="37311" b="29339"/>
          <a:stretch/>
        </p:blipFill>
        <p:spPr>
          <a:xfrm>
            <a:off x="10290413" y="321185"/>
            <a:ext cx="1637730" cy="19713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8641663-5FE5-44C0-99D7-D2658C3D2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9" y="764276"/>
            <a:ext cx="11581264" cy="684847"/>
          </a:xfrm>
        </p:spPr>
        <p:txBody>
          <a:bodyPr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5EA793D-68EE-479A-B5BC-B5B8F4E69D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879" y="273050"/>
            <a:ext cx="11581264" cy="490538"/>
          </a:xfrm>
        </p:spPr>
        <p:txBody>
          <a:bodyPr anchor="b" anchorCtr="0"/>
          <a:lstStyle>
            <a:lvl1pPr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breadcrumb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6CEFE0C-D8AD-4567-BEC9-785CC3FD270E}"/>
              </a:ext>
            </a:extLst>
          </p:cNvPr>
          <p:cNvCxnSpPr/>
          <p:nvPr userDrawn="1"/>
        </p:nvCxnSpPr>
        <p:spPr>
          <a:xfrm>
            <a:off x="0" y="1583140"/>
            <a:ext cx="197323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575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-2 (Clea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E69-E4B6-4249-AD34-2239A8033932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EFEF-0AC7-4C72-B317-96732DF899B6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8DEC9B4-7063-4FD1-BF7D-8B199518DC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663" y="1458411"/>
            <a:ext cx="11580812" cy="4761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8641663-5FE5-44C0-99D7-D2658C3D2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53296"/>
          </a:xfrm>
          <a:solidFill>
            <a:schemeClr val="accent2">
              <a:lumMod val="50000"/>
            </a:schemeClr>
          </a:solidFill>
        </p:spPr>
        <p:txBody>
          <a:bodyPr lIns="365760" bIns="91440"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6CEFE0C-D8AD-4567-BEC9-785CC3FD270E}"/>
              </a:ext>
            </a:extLst>
          </p:cNvPr>
          <p:cNvCxnSpPr/>
          <p:nvPr userDrawn="1"/>
        </p:nvCxnSpPr>
        <p:spPr>
          <a:xfrm>
            <a:off x="0" y="1166453"/>
            <a:ext cx="197323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picture containing drawing&#10;&#10;Description automatically generated">
            <a:extLst>
              <a:ext uri="{FF2B5EF4-FFF2-40B4-BE49-F238E27FC236}">
                <a16:creationId xmlns:a16="http://schemas.microsoft.com/office/drawing/2014/main" id="{64CC8CD2-8505-4771-A5D5-AD149C663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39369" r="37311" b="29339"/>
          <a:stretch/>
        </p:blipFill>
        <p:spPr>
          <a:xfrm>
            <a:off x="10290413" y="321185"/>
            <a:ext cx="1637730" cy="19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12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9EA5B7D-7210-4C79-8181-3F7E7858A621}"/>
              </a:ext>
            </a:extLst>
          </p:cNvPr>
          <p:cNvSpPr/>
          <p:nvPr userDrawn="1"/>
        </p:nvSpPr>
        <p:spPr>
          <a:xfrm>
            <a:off x="10332" y="1758095"/>
            <a:ext cx="12181668" cy="4470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79" y="764276"/>
            <a:ext cx="11581264" cy="684847"/>
          </a:xfrm>
        </p:spPr>
        <p:txBody>
          <a:bodyPr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4257-E928-4E68-B5C3-82AFA792093D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EFEF-0AC7-4C72-B317-96732DF899B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2BEA99-0EB7-41EB-B30B-3DA8E024DC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879" y="273050"/>
            <a:ext cx="11581264" cy="490538"/>
          </a:xfrm>
        </p:spPr>
        <p:txBody>
          <a:bodyPr anchor="b" anchorCtr="0"/>
          <a:lstStyle>
            <a:lvl1pPr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breadcrumb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8DEC9B4-7063-4FD1-BF7D-8B199518DC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3400" y="2822916"/>
            <a:ext cx="3657600" cy="3230552"/>
          </a:xfrm>
          <a:solidFill>
            <a:schemeClr val="bg1">
              <a:lumMod val="75000"/>
            </a:schemeClr>
          </a:solidFill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Picture 16" descr="A picture containing drawing&#10;&#10;Description automatically generated">
            <a:extLst>
              <a:ext uri="{FF2B5EF4-FFF2-40B4-BE49-F238E27FC236}">
                <a16:creationId xmlns:a16="http://schemas.microsoft.com/office/drawing/2014/main" id="{64CC8CD2-8505-4771-A5D5-AD149C663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39369" r="37311" b="29339"/>
          <a:stretch/>
        </p:blipFill>
        <p:spPr>
          <a:xfrm>
            <a:off x="10290413" y="321185"/>
            <a:ext cx="1637730" cy="197134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75F28F-C545-47F3-8C2A-0DF1FE76A031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8153400" y="1998544"/>
            <a:ext cx="731520" cy="731520"/>
          </a:xfrm>
        </p:spPr>
        <p:txBody>
          <a:bodyPr/>
          <a:lstStyle>
            <a:lvl1pPr>
              <a:buNone/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D93C0335-60B7-447C-83F5-F3EE9C663B2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67200" y="2822916"/>
            <a:ext cx="3657600" cy="3230552"/>
          </a:xfrm>
          <a:solidFill>
            <a:schemeClr val="bg1">
              <a:lumMod val="75000"/>
            </a:schemeClr>
          </a:solidFill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A0073983-A9C8-4A7E-A2B1-3DDBB0EF1D23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267200" y="1998544"/>
            <a:ext cx="731520" cy="731520"/>
          </a:xfrm>
        </p:spPr>
        <p:txBody>
          <a:bodyPr/>
          <a:lstStyle>
            <a:lvl1pPr>
              <a:buNone/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DA8B0D39-2B53-4825-8782-7B969D1F96F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45268" y="2822916"/>
            <a:ext cx="3657600" cy="3230552"/>
          </a:xfrm>
          <a:solidFill>
            <a:schemeClr val="bg1">
              <a:lumMod val="75000"/>
            </a:schemeClr>
          </a:solidFill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E5A6F588-62C0-4514-A0FB-64A09E19B4CE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345268" y="1998544"/>
            <a:ext cx="731520" cy="731520"/>
          </a:xfrm>
        </p:spPr>
        <p:txBody>
          <a:bodyPr/>
          <a:lstStyle>
            <a:lvl1pPr>
              <a:buNone/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443F4ED-3448-419F-AD2A-CD02882315E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88218" y="1996983"/>
            <a:ext cx="2914650" cy="731520"/>
          </a:xfrm>
        </p:spPr>
        <p:txBody>
          <a:bodyPr/>
          <a:lstStyle>
            <a:lvl1pPr marL="0" indent="0">
              <a:buNone/>
              <a:defRPr sz="24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C5651640-DE1B-4334-A903-9162CD1F3B4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08913" y="1998544"/>
            <a:ext cx="2914650" cy="731520"/>
          </a:xfrm>
        </p:spPr>
        <p:txBody>
          <a:bodyPr/>
          <a:lstStyle>
            <a:lvl1pPr marL="0" indent="0">
              <a:buNone/>
              <a:defRPr sz="24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ECBC992-BF91-48B3-9610-F3564C40D86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96350" y="1996983"/>
            <a:ext cx="2914650" cy="731520"/>
          </a:xfrm>
        </p:spPr>
        <p:txBody>
          <a:bodyPr/>
          <a:lstStyle>
            <a:lvl1pPr marL="0" indent="0">
              <a:buNone/>
              <a:defRPr sz="24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777214-F7D8-491D-9B6F-77E860D3FB3D}"/>
              </a:ext>
            </a:extLst>
          </p:cNvPr>
          <p:cNvCxnSpPr/>
          <p:nvPr userDrawn="1"/>
        </p:nvCxnSpPr>
        <p:spPr>
          <a:xfrm>
            <a:off x="0" y="1583140"/>
            <a:ext cx="197323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501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-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9EA5B7D-7210-4C79-8181-3F7E7858A621}"/>
              </a:ext>
            </a:extLst>
          </p:cNvPr>
          <p:cNvSpPr/>
          <p:nvPr userDrawn="1"/>
        </p:nvSpPr>
        <p:spPr>
          <a:xfrm>
            <a:off x="3581400" y="1758095"/>
            <a:ext cx="8610600" cy="4470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47CF2-266A-43F7-9AB6-1E5A6ADB5142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EFEF-0AC7-4C72-B317-96732DF899B6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8DEC9B4-7063-4FD1-BF7D-8B199518DC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35929" y="2003364"/>
            <a:ext cx="8192545" cy="40476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F33C60-2BA4-49DD-B3C7-1B4157E71CB9}"/>
              </a:ext>
            </a:extLst>
          </p:cNvPr>
          <p:cNvSpPr/>
          <p:nvPr userDrawn="1"/>
        </p:nvSpPr>
        <p:spPr>
          <a:xfrm>
            <a:off x="0" y="1758095"/>
            <a:ext cx="3581400" cy="4470324"/>
          </a:xfrm>
          <a:prstGeom prst="rect">
            <a:avLst/>
          </a:prstGeom>
          <a:gradFill>
            <a:gsLst>
              <a:gs pos="70000">
                <a:schemeClr val="tx2"/>
              </a:gs>
              <a:gs pos="0">
                <a:schemeClr val="accent1"/>
              </a:gs>
              <a:gs pos="100000">
                <a:schemeClr val="tx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8288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None/>
            </a:pPr>
            <a:endParaRPr lang="en-US" sz="280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887F0D-95D5-40A1-B052-58A8B8CC32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79" y="2004434"/>
            <a:ext cx="3048261" cy="4087497"/>
          </a:xfrm>
        </p:spPr>
        <p:txBody>
          <a:bodyPr tIns="0" anchor="ctr" anchorCtr="0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A4A18A9-E62F-4047-998C-5524293573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39369" r="37311" b="29339"/>
          <a:stretch/>
        </p:blipFill>
        <p:spPr>
          <a:xfrm>
            <a:off x="10290413" y="321185"/>
            <a:ext cx="1637730" cy="19713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A9A4D78E-0E9B-4CD7-9BA9-10B32B60D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9" y="764276"/>
            <a:ext cx="11581264" cy="684847"/>
          </a:xfrm>
        </p:spPr>
        <p:txBody>
          <a:bodyPr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DEFFBC6-53D2-485F-8C38-1020D1C9E0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879" y="273050"/>
            <a:ext cx="11581264" cy="490538"/>
          </a:xfrm>
        </p:spPr>
        <p:txBody>
          <a:bodyPr anchor="b" anchorCtr="0"/>
          <a:lstStyle>
            <a:lvl1pPr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breadcrumb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4452CEC-DE62-4BDF-A82A-3D7E951952B9}"/>
              </a:ext>
            </a:extLst>
          </p:cNvPr>
          <p:cNvCxnSpPr/>
          <p:nvPr userDrawn="1"/>
        </p:nvCxnSpPr>
        <p:spPr>
          <a:xfrm>
            <a:off x="0" y="1583140"/>
            <a:ext cx="197323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499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-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9EA5B7D-7210-4C79-8181-3F7E7858A621}"/>
              </a:ext>
            </a:extLst>
          </p:cNvPr>
          <p:cNvSpPr/>
          <p:nvPr userDrawn="1"/>
        </p:nvSpPr>
        <p:spPr>
          <a:xfrm>
            <a:off x="0" y="1755648"/>
            <a:ext cx="8610600" cy="4470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55B6-7EC9-4ED6-B8C5-AAC6EEE76A98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EFEF-0AC7-4C72-B317-96732DF899B6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8DEC9B4-7063-4FD1-BF7D-8B199518DC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6879" y="1999863"/>
            <a:ext cx="8000195" cy="40493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F33C60-2BA4-49DD-B3C7-1B4157E71CB9}"/>
              </a:ext>
            </a:extLst>
          </p:cNvPr>
          <p:cNvSpPr/>
          <p:nvPr userDrawn="1"/>
        </p:nvSpPr>
        <p:spPr>
          <a:xfrm>
            <a:off x="8610600" y="1755648"/>
            <a:ext cx="3581400" cy="4470324"/>
          </a:xfrm>
          <a:prstGeom prst="rect">
            <a:avLst/>
          </a:prstGeom>
          <a:gradFill>
            <a:gsLst>
              <a:gs pos="70000">
                <a:schemeClr val="tx2"/>
              </a:gs>
              <a:gs pos="0">
                <a:schemeClr val="accent1"/>
              </a:gs>
              <a:gs pos="100000">
                <a:schemeClr val="tx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8288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None/>
            </a:pPr>
            <a:endParaRPr lang="en-US" sz="280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887F0D-95D5-40A1-B052-58A8B8CC32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74126" y="2000916"/>
            <a:ext cx="3054018" cy="4089241"/>
          </a:xfrm>
        </p:spPr>
        <p:txBody>
          <a:bodyPr tIns="0" anchor="ctr" anchorCtr="0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A18A2914-5897-4072-95C6-B0DF7FB7B8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39369" r="37311" b="29339"/>
          <a:stretch/>
        </p:blipFill>
        <p:spPr>
          <a:xfrm>
            <a:off x="10290413" y="321185"/>
            <a:ext cx="1637730" cy="19713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5E48719-3F0E-44D7-97DD-86956E363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9" y="764276"/>
            <a:ext cx="11581264" cy="684847"/>
          </a:xfrm>
        </p:spPr>
        <p:txBody>
          <a:bodyPr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4E98D8BF-5384-45AB-A418-5F3D23B25E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879" y="273050"/>
            <a:ext cx="11581264" cy="490538"/>
          </a:xfrm>
        </p:spPr>
        <p:txBody>
          <a:bodyPr anchor="b" anchorCtr="0"/>
          <a:lstStyle>
            <a:lvl1pPr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breadcrumb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71B9D06-CF93-478C-A3EE-A587E5B06595}"/>
              </a:ext>
            </a:extLst>
          </p:cNvPr>
          <p:cNvCxnSpPr/>
          <p:nvPr userDrawn="1"/>
        </p:nvCxnSpPr>
        <p:spPr>
          <a:xfrm>
            <a:off x="0" y="1583140"/>
            <a:ext cx="197323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052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ntent-3 (Windmill)">
    <p:bg>
      <p:bgPr>
        <a:blipFill dpi="0" rotWithShape="1">
          <a:blip r:embed="rId2">
            <a:alphaModFix amt="80000"/>
            <a:lum/>
          </a:blip>
          <a:srcRect/>
          <a:stretch>
            <a:fillRect t="-17000" b="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F07703D-57A6-4138-B897-AF3D50ED54F0}"/>
              </a:ext>
            </a:extLst>
          </p:cNvPr>
          <p:cNvSpPr/>
          <p:nvPr userDrawn="1"/>
        </p:nvSpPr>
        <p:spPr>
          <a:xfrm>
            <a:off x="0" y="0"/>
            <a:ext cx="12192000" cy="6310312"/>
          </a:xfrm>
          <a:prstGeom prst="rect">
            <a:avLst/>
          </a:prstGeom>
          <a:gradFill>
            <a:gsLst>
              <a:gs pos="0">
                <a:schemeClr val="tx2">
                  <a:alpha val="83000"/>
                </a:schemeClr>
              </a:gs>
              <a:gs pos="100000">
                <a:schemeClr val="accent3">
                  <a:alpha val="86000"/>
                </a:schemeClr>
              </a:gs>
              <a:gs pos="46000">
                <a:schemeClr val="tx2">
                  <a:alpha val="6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8DEC9B4-7063-4FD1-BF7D-8B199518DC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663" y="1897038"/>
            <a:ext cx="11580812" cy="41564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id="{3F7DCC61-F101-431C-ADFE-A9D414AB32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39369" r="37311" b="29339"/>
          <a:stretch/>
        </p:blipFill>
        <p:spPr>
          <a:xfrm>
            <a:off x="10290413" y="321185"/>
            <a:ext cx="1637730" cy="19713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6FD6200-653D-444A-A2E0-A227BDFFB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9" y="764276"/>
            <a:ext cx="11581264" cy="684847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F9F59018-93FC-44B7-BFD6-877A160186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879" y="273050"/>
            <a:ext cx="11581264" cy="490538"/>
          </a:xfrm>
        </p:spPr>
        <p:txBody>
          <a:bodyPr anchor="b" anchorCtr="0"/>
          <a:lstStyle>
            <a:lvl1pPr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breadcrumb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05045C6-01A1-4768-A98B-4F23D29D6FB0}"/>
              </a:ext>
            </a:extLst>
          </p:cNvPr>
          <p:cNvCxnSpPr/>
          <p:nvPr userDrawn="1"/>
        </p:nvCxnSpPr>
        <p:spPr>
          <a:xfrm>
            <a:off x="0" y="1583140"/>
            <a:ext cx="197323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39D5070D-717B-4DE0-A5E4-DB5D9CFEDD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2979" y="6333331"/>
            <a:ext cx="3208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E617E1-30CA-47E7-B549-2391F76B7824}" type="datetime3">
              <a:rPr lang="en-US" smtClean="0"/>
              <a:t>8 July 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EFCCA48-10F6-4295-8530-676A3C36F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33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6CDD7C2-9D82-46A6-89B2-02BBE1653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333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76EFEF-0AC7-4C72-B317-96732DF899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378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ntent-4 (Stethoscope)">
    <p:bg>
      <p:bgPr>
        <a:blipFill dpi="0" rotWithShape="1">
          <a:blip r:embed="rId2">
            <a:alphaModFix amt="84000"/>
            <a:lum/>
          </a:blip>
          <a:srcRect/>
          <a:stretch>
            <a:fillRect t="-18000" r="-15000" b="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5C88120-BF92-4B3E-A33F-8400B939F1BE}"/>
              </a:ext>
            </a:extLst>
          </p:cNvPr>
          <p:cNvSpPr/>
          <p:nvPr userDrawn="1"/>
        </p:nvSpPr>
        <p:spPr>
          <a:xfrm>
            <a:off x="0" y="1"/>
            <a:ext cx="12192000" cy="6333330"/>
          </a:xfrm>
          <a:prstGeom prst="rect">
            <a:avLst/>
          </a:prstGeom>
          <a:gradFill>
            <a:gsLst>
              <a:gs pos="0">
                <a:schemeClr val="tx2">
                  <a:alpha val="89000"/>
                </a:schemeClr>
              </a:gs>
              <a:gs pos="100000">
                <a:schemeClr val="accent3">
                  <a:alpha val="91000"/>
                </a:schemeClr>
              </a:gs>
              <a:gs pos="46000">
                <a:schemeClr val="tx2">
                  <a:alpha val="89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8DEC9B4-7063-4FD1-BF7D-8B199518DC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663" y="1897038"/>
            <a:ext cx="11580812" cy="41564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06115EFD-085F-43EA-920B-9971707561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39369" r="37311" b="29339"/>
          <a:stretch/>
        </p:blipFill>
        <p:spPr>
          <a:xfrm>
            <a:off x="10290413" y="321185"/>
            <a:ext cx="1637730" cy="197134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6233A42-FD67-4FBC-9E5C-4AB931F16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9" y="764276"/>
            <a:ext cx="11581264" cy="684847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23E1534-2218-4FBB-9FA3-492E6B8B32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879" y="273050"/>
            <a:ext cx="11581264" cy="490538"/>
          </a:xfrm>
        </p:spPr>
        <p:txBody>
          <a:bodyPr anchor="b" anchorCtr="0"/>
          <a:lstStyle>
            <a:lvl1pPr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breadcrumb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0563BA-E65B-4BD1-AE88-1088CAC0A4A2}"/>
              </a:ext>
            </a:extLst>
          </p:cNvPr>
          <p:cNvCxnSpPr/>
          <p:nvPr userDrawn="1"/>
        </p:nvCxnSpPr>
        <p:spPr>
          <a:xfrm>
            <a:off x="0" y="1583140"/>
            <a:ext cx="197323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C283419-D69D-4637-8D26-8E33F8753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2979" y="6333331"/>
            <a:ext cx="3208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E617E1-30CA-47E7-B549-2391F76B7824}" type="datetime3">
              <a:rPr lang="en-US" smtClean="0"/>
              <a:t>8 July 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38CE746-407C-4DA6-8635-A82C23705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33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C5C7DEF9-2496-49C0-A985-2A11B34B6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333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76EFEF-0AC7-4C72-B317-96732DF899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21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ckground-5 (DNA)">
    <p:bg>
      <p:bgPr>
        <a:blipFill dpi="0" rotWithShape="1">
          <a:blip r:embed="rId2">
            <a:alphaModFix amt="80000"/>
            <a:lum/>
          </a:blip>
          <a:srcRect/>
          <a:stretch>
            <a:fillRect t="-8000" b="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F07703D-57A6-4138-B897-AF3D50ED54F0}"/>
              </a:ext>
            </a:extLst>
          </p:cNvPr>
          <p:cNvSpPr/>
          <p:nvPr userDrawn="1"/>
        </p:nvSpPr>
        <p:spPr>
          <a:xfrm>
            <a:off x="0" y="0"/>
            <a:ext cx="12192000" cy="6310312"/>
          </a:xfrm>
          <a:prstGeom prst="rect">
            <a:avLst/>
          </a:prstGeom>
          <a:gradFill>
            <a:gsLst>
              <a:gs pos="0">
                <a:schemeClr val="tx2">
                  <a:alpha val="83000"/>
                </a:schemeClr>
              </a:gs>
              <a:gs pos="100000">
                <a:schemeClr val="accent3">
                  <a:alpha val="86000"/>
                </a:schemeClr>
              </a:gs>
              <a:gs pos="46000">
                <a:schemeClr val="tx2">
                  <a:alpha val="6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8DEC9B4-7063-4FD1-BF7D-8B199518DC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663" y="1897038"/>
            <a:ext cx="11580812" cy="41564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id="{BE6C2630-0D2A-436D-9A5E-11F472AD81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39369" r="37311" b="29339"/>
          <a:stretch/>
        </p:blipFill>
        <p:spPr>
          <a:xfrm>
            <a:off x="10290413" y="321185"/>
            <a:ext cx="1637730" cy="19713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331663D-7C19-49DE-943F-63615A5FC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9" y="764276"/>
            <a:ext cx="11581264" cy="684847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C2BB5C8-7617-4577-B82C-F1F04F0D34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879" y="273050"/>
            <a:ext cx="11581264" cy="490538"/>
          </a:xfrm>
        </p:spPr>
        <p:txBody>
          <a:bodyPr anchor="b" anchorCtr="0"/>
          <a:lstStyle>
            <a:lvl1pPr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breadcrumb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A322C1-846D-4B45-B68E-D92A81EC1343}"/>
              </a:ext>
            </a:extLst>
          </p:cNvPr>
          <p:cNvCxnSpPr/>
          <p:nvPr userDrawn="1"/>
        </p:nvCxnSpPr>
        <p:spPr>
          <a:xfrm>
            <a:off x="0" y="1583140"/>
            <a:ext cx="197323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6671FF1A-10ED-4F8D-82BE-DC793F175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2979" y="6333331"/>
            <a:ext cx="3208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E617E1-30CA-47E7-B549-2391F76B7824}" type="datetime3">
              <a:rPr lang="en-US" smtClean="0"/>
              <a:t>8 July 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EFB9AB4-10E0-45DF-B915-C151A1B05D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33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445E5747-20AB-4F01-8215-2015D8A2C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333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76EFEF-0AC7-4C72-B317-96732DF899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62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ntent-6 (Beaker)">
    <p:bg>
      <p:bgPr>
        <a:blipFill dpi="0" rotWithShape="1">
          <a:blip r:embed="rId2">
            <a:alphaModFix amt="70000"/>
            <a:lum/>
          </a:blip>
          <a:srcRect/>
          <a:stretch>
            <a:fillRect t="-24000" b="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114C605-C7E5-43A4-B41A-00ACF9C3068F}"/>
              </a:ext>
            </a:extLst>
          </p:cNvPr>
          <p:cNvSpPr/>
          <p:nvPr userDrawn="1"/>
        </p:nvSpPr>
        <p:spPr>
          <a:xfrm>
            <a:off x="0" y="0"/>
            <a:ext cx="12192000" cy="6310312"/>
          </a:xfrm>
          <a:prstGeom prst="rect">
            <a:avLst/>
          </a:prstGeom>
          <a:gradFill>
            <a:gsLst>
              <a:gs pos="0">
                <a:schemeClr val="tx2">
                  <a:alpha val="83000"/>
                </a:schemeClr>
              </a:gs>
              <a:gs pos="100000">
                <a:schemeClr val="accent3">
                  <a:alpha val="86000"/>
                </a:schemeClr>
              </a:gs>
              <a:gs pos="46000">
                <a:schemeClr val="tx2">
                  <a:alpha val="6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8DEC9B4-7063-4FD1-BF7D-8B199518DC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663" y="1897038"/>
            <a:ext cx="11580812" cy="41564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1A74B535-3C32-42A6-964D-67776A1ED4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39369" r="37311" b="29339"/>
          <a:stretch/>
        </p:blipFill>
        <p:spPr>
          <a:xfrm>
            <a:off x="10290413" y="321185"/>
            <a:ext cx="1637730" cy="197134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D505EDEB-545D-4299-B93B-3297A6491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9" y="764276"/>
            <a:ext cx="11581264" cy="684847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F361EEF1-97FB-4980-A8F3-9C6389C6C1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879" y="273050"/>
            <a:ext cx="11581264" cy="490538"/>
          </a:xfrm>
        </p:spPr>
        <p:txBody>
          <a:bodyPr anchor="b" anchorCtr="0"/>
          <a:lstStyle>
            <a:lvl1pPr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breadcrumb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7E3460-7748-4F81-9D21-6782E67DB80F}"/>
              </a:ext>
            </a:extLst>
          </p:cNvPr>
          <p:cNvCxnSpPr/>
          <p:nvPr userDrawn="1"/>
        </p:nvCxnSpPr>
        <p:spPr>
          <a:xfrm>
            <a:off x="0" y="1583140"/>
            <a:ext cx="197323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D06D834-4249-4E07-859B-A659BA5F2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2979" y="6333331"/>
            <a:ext cx="3208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E617E1-30CA-47E7-B549-2391F76B7824}" type="datetime3">
              <a:rPr lang="en-US" smtClean="0"/>
              <a:t>8 July 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CA6B96A-125B-401C-A75E-EF2BB363D6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33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94CFD26-C9D4-4F10-9C61-4EFF2A663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333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76EFEF-0AC7-4C72-B317-96732DF899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51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ntent-8 (Grad)">
    <p:bg>
      <p:bgPr>
        <a:blipFill dpi="0" rotWithShape="1">
          <a:blip r:embed="rId2">
            <a:alphaModFix amt="40000"/>
            <a:lum/>
          </a:blip>
          <a:srcRect/>
          <a:stretch>
            <a:fillRect l="-1000" t="-16000" r="-1000" b="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EAE9B6E-C020-4DFA-84CE-7E027672340A}"/>
              </a:ext>
            </a:extLst>
          </p:cNvPr>
          <p:cNvSpPr/>
          <p:nvPr userDrawn="1"/>
        </p:nvSpPr>
        <p:spPr>
          <a:xfrm>
            <a:off x="0" y="0"/>
            <a:ext cx="12192000" cy="6310312"/>
          </a:xfrm>
          <a:prstGeom prst="rect">
            <a:avLst/>
          </a:prstGeom>
          <a:gradFill>
            <a:gsLst>
              <a:gs pos="0">
                <a:schemeClr val="tx2">
                  <a:alpha val="83000"/>
                </a:schemeClr>
              </a:gs>
              <a:gs pos="100000">
                <a:schemeClr val="accent3">
                  <a:alpha val="86000"/>
                </a:schemeClr>
              </a:gs>
              <a:gs pos="46000">
                <a:schemeClr val="tx2">
                  <a:alpha val="6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8DEC9B4-7063-4FD1-BF7D-8B199518DC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663" y="1897038"/>
            <a:ext cx="11580812" cy="41564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A64DF326-4EF9-48A7-8F91-1276EBF505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39369" r="37311" b="29339"/>
          <a:stretch/>
        </p:blipFill>
        <p:spPr>
          <a:xfrm>
            <a:off x="10290413" y="321185"/>
            <a:ext cx="1637730" cy="197134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2A523A0-0ED4-4A21-91D5-68DDD0A4D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9" y="764276"/>
            <a:ext cx="11581264" cy="684847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166630F-2781-4CDD-9464-7C967178E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879" y="273050"/>
            <a:ext cx="11581264" cy="490538"/>
          </a:xfrm>
        </p:spPr>
        <p:txBody>
          <a:bodyPr anchor="b" anchorCtr="0"/>
          <a:lstStyle>
            <a:lvl1pPr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breadcrumb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153489-10F1-41D5-B4E6-C23F8B8B442D}"/>
              </a:ext>
            </a:extLst>
          </p:cNvPr>
          <p:cNvCxnSpPr/>
          <p:nvPr userDrawn="1"/>
        </p:nvCxnSpPr>
        <p:spPr>
          <a:xfrm>
            <a:off x="0" y="1583140"/>
            <a:ext cx="197323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EE9BA9A-C0F4-4D0E-893D-C4CB11AFF0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2979" y="6333331"/>
            <a:ext cx="3208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E617E1-30CA-47E7-B549-2391F76B7824}" type="datetime3">
              <a:rPr lang="en-US" smtClean="0"/>
              <a:t>8 July 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CE6486D0-CF53-4A98-BE7E-DB79D554C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33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B43445C-F916-4DF3-A492-C7B5965E47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333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76EFEF-0AC7-4C72-B317-96732DF899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43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ntent-8 (Conceptual)">
    <p:bg>
      <p:bgPr>
        <a:blipFill dpi="0" rotWithShape="1">
          <a:blip r:embed="rId2">
            <a:alphaModFix amt="62000"/>
            <a:lum/>
          </a:blip>
          <a:srcRect/>
          <a:stretch>
            <a:fillRect t="-4000" b="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EAE9B6E-C020-4DFA-84CE-7E027672340A}"/>
              </a:ext>
            </a:extLst>
          </p:cNvPr>
          <p:cNvSpPr/>
          <p:nvPr userDrawn="1"/>
        </p:nvSpPr>
        <p:spPr>
          <a:xfrm>
            <a:off x="0" y="0"/>
            <a:ext cx="12192000" cy="6310312"/>
          </a:xfrm>
          <a:prstGeom prst="rect">
            <a:avLst/>
          </a:prstGeom>
          <a:gradFill>
            <a:gsLst>
              <a:gs pos="0">
                <a:schemeClr val="tx2">
                  <a:alpha val="83000"/>
                </a:schemeClr>
              </a:gs>
              <a:gs pos="100000">
                <a:schemeClr val="accent3">
                  <a:alpha val="86000"/>
                </a:schemeClr>
              </a:gs>
              <a:gs pos="46000">
                <a:schemeClr val="tx2">
                  <a:alpha val="6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8DEC9B4-7063-4FD1-BF7D-8B199518DC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663" y="1897038"/>
            <a:ext cx="11580812" cy="41564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id="{399D3DB6-2FAB-4544-B1A1-EF657AF78B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39369" r="37311" b="29339"/>
          <a:stretch/>
        </p:blipFill>
        <p:spPr>
          <a:xfrm>
            <a:off x="10290413" y="321185"/>
            <a:ext cx="1637730" cy="19713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2B66FB0-C90B-41B0-A87F-F38EA5526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9" y="764276"/>
            <a:ext cx="11581264" cy="684847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7CD36F6-B2B5-4E01-B206-59F66CAB28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879" y="273050"/>
            <a:ext cx="11581264" cy="490538"/>
          </a:xfrm>
        </p:spPr>
        <p:txBody>
          <a:bodyPr anchor="b" anchorCtr="0"/>
          <a:lstStyle>
            <a:lvl1pPr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breadcrumb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4CED4E3-04F2-4870-BAE6-53CD62E93D2F}"/>
              </a:ext>
            </a:extLst>
          </p:cNvPr>
          <p:cNvCxnSpPr/>
          <p:nvPr userDrawn="1"/>
        </p:nvCxnSpPr>
        <p:spPr>
          <a:xfrm>
            <a:off x="0" y="1583140"/>
            <a:ext cx="197323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8628530D-81E4-4573-9471-133BC4F44C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2979" y="6333331"/>
            <a:ext cx="3208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E617E1-30CA-47E7-B549-2391F76B7824}" type="datetime3">
              <a:rPr lang="en-US" smtClean="0"/>
              <a:t>8 July 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1474593-1C3F-4210-99BF-C574C7CFE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33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A6C21697-E775-4FB0-B88C-8F0DA236D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333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76EFEF-0AC7-4C72-B317-96732DF899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9566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blipFill dpi="0" rotWithShape="1">
          <a:blip r:embed="rId2">
            <a:alphaModFix amt="76000"/>
            <a:lum/>
          </a:blip>
          <a:srcRect/>
          <a:stretch>
            <a:fillRect t="-13000" b="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08BF67-A1B0-4BCE-8E7A-6986A2FF22E4}"/>
              </a:ext>
            </a:extLst>
          </p:cNvPr>
          <p:cNvSpPr/>
          <p:nvPr userDrawn="1"/>
        </p:nvSpPr>
        <p:spPr>
          <a:xfrm>
            <a:off x="0" y="-80010"/>
            <a:ext cx="12192000" cy="6042739"/>
          </a:xfrm>
          <a:prstGeom prst="rect">
            <a:avLst/>
          </a:prstGeom>
          <a:gradFill>
            <a:gsLst>
              <a:gs pos="0">
                <a:schemeClr val="tx2">
                  <a:alpha val="85000"/>
                </a:schemeClr>
              </a:gs>
              <a:gs pos="100000">
                <a:schemeClr val="accent3">
                  <a:alpha val="85000"/>
                </a:schemeClr>
              </a:gs>
              <a:gs pos="46000">
                <a:schemeClr val="tx2">
                  <a:alpha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AAC3C75-64DD-4B82-9DDB-9E0466C1404D}"/>
              </a:ext>
            </a:extLst>
          </p:cNvPr>
          <p:cNvGrpSpPr/>
          <p:nvPr userDrawn="1"/>
        </p:nvGrpSpPr>
        <p:grpSpPr>
          <a:xfrm>
            <a:off x="-818604" y="4144819"/>
            <a:ext cx="3266241" cy="1928089"/>
            <a:chOff x="-537106" y="2828637"/>
            <a:chExt cx="4886523" cy="2884555"/>
          </a:xfrm>
        </p:grpSpPr>
        <p:sp>
          <p:nvSpPr>
            <p:cNvPr id="31" name="Diamond 30">
              <a:extLst>
                <a:ext uri="{FF2B5EF4-FFF2-40B4-BE49-F238E27FC236}">
                  <a16:creationId xmlns:a16="http://schemas.microsoft.com/office/drawing/2014/main" id="{D0A3E4B4-0FB9-4535-B095-143C6B999C9A}"/>
                </a:ext>
              </a:extLst>
            </p:cNvPr>
            <p:cNvSpPr/>
            <p:nvPr/>
          </p:nvSpPr>
          <p:spPr>
            <a:xfrm>
              <a:off x="732062" y="2828637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Diamond 31">
              <a:extLst>
                <a:ext uri="{FF2B5EF4-FFF2-40B4-BE49-F238E27FC236}">
                  <a16:creationId xmlns:a16="http://schemas.microsoft.com/office/drawing/2014/main" id="{CD3C161F-BB9D-419B-9695-C0E517543A53}"/>
                </a:ext>
              </a:extLst>
            </p:cNvPr>
            <p:cNvSpPr/>
            <p:nvPr/>
          </p:nvSpPr>
          <p:spPr>
            <a:xfrm>
              <a:off x="2001231" y="3608973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Diamond 32">
              <a:extLst>
                <a:ext uri="{FF2B5EF4-FFF2-40B4-BE49-F238E27FC236}">
                  <a16:creationId xmlns:a16="http://schemas.microsoft.com/office/drawing/2014/main" id="{BEE55A4D-6190-42C4-B6A8-BDB4455198AB}"/>
                </a:ext>
              </a:extLst>
            </p:cNvPr>
            <p:cNvSpPr/>
            <p:nvPr/>
          </p:nvSpPr>
          <p:spPr>
            <a:xfrm>
              <a:off x="-537106" y="3617943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Diamond 33">
              <a:extLst>
                <a:ext uri="{FF2B5EF4-FFF2-40B4-BE49-F238E27FC236}">
                  <a16:creationId xmlns:a16="http://schemas.microsoft.com/office/drawing/2014/main" id="{150933E6-560D-4211-9F2D-12DA3C6A2ADF}"/>
                </a:ext>
              </a:extLst>
            </p:cNvPr>
            <p:cNvSpPr/>
            <p:nvPr/>
          </p:nvSpPr>
          <p:spPr>
            <a:xfrm>
              <a:off x="732062" y="4371372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9B1B783-2788-43E9-B484-94048A1A1793}"/>
              </a:ext>
            </a:extLst>
          </p:cNvPr>
          <p:cNvGrpSpPr/>
          <p:nvPr userDrawn="1"/>
        </p:nvGrpSpPr>
        <p:grpSpPr>
          <a:xfrm>
            <a:off x="8955490" y="940991"/>
            <a:ext cx="3266241" cy="1928089"/>
            <a:chOff x="-537106" y="2828637"/>
            <a:chExt cx="4886523" cy="2884555"/>
          </a:xfrm>
        </p:grpSpPr>
        <p:sp>
          <p:nvSpPr>
            <p:cNvPr id="36" name="Diamond 35">
              <a:extLst>
                <a:ext uri="{FF2B5EF4-FFF2-40B4-BE49-F238E27FC236}">
                  <a16:creationId xmlns:a16="http://schemas.microsoft.com/office/drawing/2014/main" id="{DDF6F51D-86B1-4E87-A589-11795C8062FD}"/>
                </a:ext>
              </a:extLst>
            </p:cNvPr>
            <p:cNvSpPr/>
            <p:nvPr/>
          </p:nvSpPr>
          <p:spPr>
            <a:xfrm>
              <a:off x="732062" y="2828637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Diamond 36">
              <a:extLst>
                <a:ext uri="{FF2B5EF4-FFF2-40B4-BE49-F238E27FC236}">
                  <a16:creationId xmlns:a16="http://schemas.microsoft.com/office/drawing/2014/main" id="{444E4D8F-5FD1-4DF0-9847-9909CC89289A}"/>
                </a:ext>
              </a:extLst>
            </p:cNvPr>
            <p:cNvSpPr/>
            <p:nvPr/>
          </p:nvSpPr>
          <p:spPr>
            <a:xfrm>
              <a:off x="2001231" y="3608973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Diamond 37">
              <a:extLst>
                <a:ext uri="{FF2B5EF4-FFF2-40B4-BE49-F238E27FC236}">
                  <a16:creationId xmlns:a16="http://schemas.microsoft.com/office/drawing/2014/main" id="{D1BEDA94-B904-49A7-92A2-DE6BCC3136B3}"/>
                </a:ext>
              </a:extLst>
            </p:cNvPr>
            <p:cNvSpPr/>
            <p:nvPr/>
          </p:nvSpPr>
          <p:spPr>
            <a:xfrm>
              <a:off x="-537106" y="3617943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Diamond 38">
              <a:extLst>
                <a:ext uri="{FF2B5EF4-FFF2-40B4-BE49-F238E27FC236}">
                  <a16:creationId xmlns:a16="http://schemas.microsoft.com/office/drawing/2014/main" id="{BE24AEDE-31F4-4CD7-9384-D71CE273F56B}"/>
                </a:ext>
              </a:extLst>
            </p:cNvPr>
            <p:cNvSpPr/>
            <p:nvPr/>
          </p:nvSpPr>
          <p:spPr>
            <a:xfrm>
              <a:off x="732062" y="4371372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0116D332-CBF1-4F34-ACA5-C708365968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66160" y="3579489"/>
            <a:ext cx="8320472" cy="818864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84D5526F-3259-40F2-9811-A9A1B016BA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6160" y="3088263"/>
            <a:ext cx="8320472" cy="490538"/>
          </a:xfrm>
        </p:spPr>
        <p:txBody>
          <a:bodyPr anchor="ctr" anchorCtr="0"/>
          <a:lstStyle>
            <a:lvl1pPr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breadcrumb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ECE3123-EB4D-4ACF-855F-7A989932E34C}"/>
              </a:ext>
            </a:extLst>
          </p:cNvPr>
          <p:cNvCxnSpPr>
            <a:cxnSpLocks/>
          </p:cNvCxnSpPr>
          <p:nvPr userDrawn="1"/>
        </p:nvCxnSpPr>
        <p:spPr>
          <a:xfrm>
            <a:off x="0" y="4496443"/>
            <a:ext cx="5539399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A picture containing drawing&#10;&#10;Description automatically generated">
            <a:extLst>
              <a:ext uri="{FF2B5EF4-FFF2-40B4-BE49-F238E27FC236}">
                <a16:creationId xmlns:a16="http://schemas.microsoft.com/office/drawing/2014/main" id="{1579FA19-E230-4A3A-9EC7-A749DA68AF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" t="39369" r="37311" b="29339"/>
          <a:stretch/>
        </p:blipFill>
        <p:spPr>
          <a:xfrm>
            <a:off x="10248902" y="233357"/>
            <a:ext cx="1637730" cy="197134"/>
          </a:xfrm>
          <a:prstGeom prst="rect">
            <a:avLst/>
          </a:prstGeom>
        </p:spPr>
      </p:pic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2564A78-01E7-44BE-BC5B-5637CBCE5D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2979" y="6333331"/>
            <a:ext cx="3208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E617E1-30CA-47E7-B549-2391F76B7824}" type="datetime3">
              <a:rPr lang="en-US" smtClean="0"/>
              <a:t>8 July 2026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50FBB2BD-0F79-4E73-8211-3BC359279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33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6BAF0710-8E6B-4CC8-BD4C-7D624D5A5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333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76EFEF-0AC7-4C72-B317-96732DF899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1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bg>
      <p:bgPr>
        <a:blipFill dpi="0" rotWithShape="1">
          <a:blip r:embed="rId2">
            <a:alphaModFix amt="76000"/>
            <a:lum/>
          </a:blip>
          <a:srcRect/>
          <a:stretch>
            <a:fillRect t="-13000" b="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08BF67-A1B0-4BCE-8E7A-6986A2FF22E4}"/>
              </a:ext>
            </a:extLst>
          </p:cNvPr>
          <p:cNvSpPr/>
          <p:nvPr userDrawn="1"/>
        </p:nvSpPr>
        <p:spPr>
          <a:xfrm>
            <a:off x="0" y="-1"/>
            <a:ext cx="12192000" cy="5968733"/>
          </a:xfrm>
          <a:prstGeom prst="rect">
            <a:avLst/>
          </a:prstGeom>
          <a:gradFill>
            <a:gsLst>
              <a:gs pos="0">
                <a:schemeClr val="tx2">
                  <a:alpha val="85000"/>
                </a:schemeClr>
              </a:gs>
              <a:gs pos="100000">
                <a:schemeClr val="accent3">
                  <a:alpha val="85000"/>
                </a:schemeClr>
              </a:gs>
              <a:gs pos="46000">
                <a:schemeClr val="tx2">
                  <a:alpha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AAC3C75-64DD-4B82-9DDB-9E0466C1404D}"/>
              </a:ext>
            </a:extLst>
          </p:cNvPr>
          <p:cNvGrpSpPr/>
          <p:nvPr userDrawn="1"/>
        </p:nvGrpSpPr>
        <p:grpSpPr>
          <a:xfrm>
            <a:off x="-818604" y="4144819"/>
            <a:ext cx="3266241" cy="1928089"/>
            <a:chOff x="-537106" y="2828637"/>
            <a:chExt cx="4886523" cy="2884555"/>
          </a:xfrm>
        </p:grpSpPr>
        <p:sp>
          <p:nvSpPr>
            <p:cNvPr id="31" name="Diamond 30">
              <a:extLst>
                <a:ext uri="{FF2B5EF4-FFF2-40B4-BE49-F238E27FC236}">
                  <a16:creationId xmlns:a16="http://schemas.microsoft.com/office/drawing/2014/main" id="{D0A3E4B4-0FB9-4535-B095-143C6B999C9A}"/>
                </a:ext>
              </a:extLst>
            </p:cNvPr>
            <p:cNvSpPr/>
            <p:nvPr/>
          </p:nvSpPr>
          <p:spPr>
            <a:xfrm>
              <a:off x="732062" y="2828637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Diamond 31">
              <a:extLst>
                <a:ext uri="{FF2B5EF4-FFF2-40B4-BE49-F238E27FC236}">
                  <a16:creationId xmlns:a16="http://schemas.microsoft.com/office/drawing/2014/main" id="{CD3C161F-BB9D-419B-9695-C0E517543A53}"/>
                </a:ext>
              </a:extLst>
            </p:cNvPr>
            <p:cNvSpPr/>
            <p:nvPr/>
          </p:nvSpPr>
          <p:spPr>
            <a:xfrm>
              <a:off x="2001231" y="3608973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Diamond 32">
              <a:extLst>
                <a:ext uri="{FF2B5EF4-FFF2-40B4-BE49-F238E27FC236}">
                  <a16:creationId xmlns:a16="http://schemas.microsoft.com/office/drawing/2014/main" id="{BEE55A4D-6190-42C4-B6A8-BDB4455198AB}"/>
                </a:ext>
              </a:extLst>
            </p:cNvPr>
            <p:cNvSpPr/>
            <p:nvPr/>
          </p:nvSpPr>
          <p:spPr>
            <a:xfrm>
              <a:off x="-537106" y="3617943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Diamond 33">
              <a:extLst>
                <a:ext uri="{FF2B5EF4-FFF2-40B4-BE49-F238E27FC236}">
                  <a16:creationId xmlns:a16="http://schemas.microsoft.com/office/drawing/2014/main" id="{150933E6-560D-4211-9F2D-12DA3C6A2ADF}"/>
                </a:ext>
              </a:extLst>
            </p:cNvPr>
            <p:cNvSpPr/>
            <p:nvPr/>
          </p:nvSpPr>
          <p:spPr>
            <a:xfrm>
              <a:off x="732062" y="4371372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9B1B783-2788-43E9-B484-94048A1A1793}"/>
              </a:ext>
            </a:extLst>
          </p:cNvPr>
          <p:cNvGrpSpPr/>
          <p:nvPr userDrawn="1"/>
        </p:nvGrpSpPr>
        <p:grpSpPr>
          <a:xfrm>
            <a:off x="8955490" y="940991"/>
            <a:ext cx="3266241" cy="1928089"/>
            <a:chOff x="-537106" y="2828637"/>
            <a:chExt cx="4886523" cy="2884555"/>
          </a:xfrm>
        </p:grpSpPr>
        <p:sp>
          <p:nvSpPr>
            <p:cNvPr id="36" name="Diamond 35">
              <a:extLst>
                <a:ext uri="{FF2B5EF4-FFF2-40B4-BE49-F238E27FC236}">
                  <a16:creationId xmlns:a16="http://schemas.microsoft.com/office/drawing/2014/main" id="{DDF6F51D-86B1-4E87-A589-11795C8062FD}"/>
                </a:ext>
              </a:extLst>
            </p:cNvPr>
            <p:cNvSpPr/>
            <p:nvPr/>
          </p:nvSpPr>
          <p:spPr>
            <a:xfrm>
              <a:off x="732062" y="2828637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Diamond 36">
              <a:extLst>
                <a:ext uri="{FF2B5EF4-FFF2-40B4-BE49-F238E27FC236}">
                  <a16:creationId xmlns:a16="http://schemas.microsoft.com/office/drawing/2014/main" id="{444E4D8F-5FD1-4DF0-9847-9909CC89289A}"/>
                </a:ext>
              </a:extLst>
            </p:cNvPr>
            <p:cNvSpPr/>
            <p:nvPr/>
          </p:nvSpPr>
          <p:spPr>
            <a:xfrm>
              <a:off x="2001231" y="3608973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Diamond 37">
              <a:extLst>
                <a:ext uri="{FF2B5EF4-FFF2-40B4-BE49-F238E27FC236}">
                  <a16:creationId xmlns:a16="http://schemas.microsoft.com/office/drawing/2014/main" id="{D1BEDA94-B904-49A7-92A2-DE6BCC3136B3}"/>
                </a:ext>
              </a:extLst>
            </p:cNvPr>
            <p:cNvSpPr/>
            <p:nvPr/>
          </p:nvSpPr>
          <p:spPr>
            <a:xfrm>
              <a:off x="-537106" y="3617943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Diamond 38">
              <a:extLst>
                <a:ext uri="{FF2B5EF4-FFF2-40B4-BE49-F238E27FC236}">
                  <a16:creationId xmlns:a16="http://schemas.microsoft.com/office/drawing/2014/main" id="{BE24AEDE-31F4-4CD7-9384-D71CE273F56B}"/>
                </a:ext>
              </a:extLst>
            </p:cNvPr>
            <p:cNvSpPr/>
            <p:nvPr/>
          </p:nvSpPr>
          <p:spPr>
            <a:xfrm>
              <a:off x="732062" y="4371372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2843F41-4ABE-467C-8D1E-288531371733}"/>
              </a:ext>
            </a:extLst>
          </p:cNvPr>
          <p:cNvSpPr txBox="1"/>
          <p:nvPr userDrawn="1"/>
        </p:nvSpPr>
        <p:spPr>
          <a:xfrm>
            <a:off x="4038600" y="2731284"/>
            <a:ext cx="8153399" cy="2658139"/>
          </a:xfrm>
          <a:prstGeom prst="rect">
            <a:avLst/>
          </a:prstGeom>
          <a:noFill/>
        </p:spPr>
        <p:txBody>
          <a:bodyPr wrap="square" tIns="731520" rtlCol="0" anchor="ctr" anchorCtr="1">
            <a:no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4000" b="0" i="0" u="none" strike="noStrike" kern="1200" cap="none" spc="10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Questions?</a:t>
            </a:r>
            <a:endParaRPr lang="en-US" sz="4000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C20E50A2-BA2A-4D70-A503-A5886119E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2979" y="6333331"/>
            <a:ext cx="3208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E617E1-30CA-47E7-B549-2391F76B7824}" type="datetime3">
              <a:rPr lang="en-US" smtClean="0"/>
              <a:t>8 July 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DC3AC67-525F-4FFC-8DCC-5BB1621F4E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33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1225B19-87EB-47C6-AF9F-B7D230D76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333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76EFEF-0AC7-4C72-B317-96732DF899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01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act Info">
    <p:bg>
      <p:bgPr>
        <a:blipFill dpi="0" rotWithShape="1">
          <a:blip r:embed="rId2">
            <a:alphaModFix amt="76000"/>
            <a:lum/>
          </a:blip>
          <a:srcRect/>
          <a:stretch>
            <a:fillRect t="-13000" b="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08BF67-A1B0-4BCE-8E7A-6986A2FF22E4}"/>
              </a:ext>
            </a:extLst>
          </p:cNvPr>
          <p:cNvSpPr/>
          <p:nvPr userDrawn="1"/>
        </p:nvSpPr>
        <p:spPr>
          <a:xfrm>
            <a:off x="0" y="-1"/>
            <a:ext cx="12192000" cy="5968733"/>
          </a:xfrm>
          <a:prstGeom prst="rect">
            <a:avLst/>
          </a:prstGeom>
          <a:gradFill>
            <a:gsLst>
              <a:gs pos="0">
                <a:schemeClr val="tx2">
                  <a:alpha val="85000"/>
                </a:schemeClr>
              </a:gs>
              <a:gs pos="100000">
                <a:schemeClr val="accent3">
                  <a:alpha val="85000"/>
                </a:schemeClr>
              </a:gs>
              <a:gs pos="46000">
                <a:schemeClr val="tx2">
                  <a:alpha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AAC3C75-64DD-4B82-9DDB-9E0466C1404D}"/>
              </a:ext>
            </a:extLst>
          </p:cNvPr>
          <p:cNvGrpSpPr/>
          <p:nvPr userDrawn="1"/>
        </p:nvGrpSpPr>
        <p:grpSpPr>
          <a:xfrm>
            <a:off x="-818604" y="4220435"/>
            <a:ext cx="3266241" cy="1928089"/>
            <a:chOff x="-537106" y="2828637"/>
            <a:chExt cx="4886523" cy="2884555"/>
          </a:xfrm>
        </p:grpSpPr>
        <p:sp>
          <p:nvSpPr>
            <p:cNvPr id="31" name="Diamond 30">
              <a:extLst>
                <a:ext uri="{FF2B5EF4-FFF2-40B4-BE49-F238E27FC236}">
                  <a16:creationId xmlns:a16="http://schemas.microsoft.com/office/drawing/2014/main" id="{D0A3E4B4-0FB9-4535-B095-143C6B999C9A}"/>
                </a:ext>
              </a:extLst>
            </p:cNvPr>
            <p:cNvSpPr/>
            <p:nvPr/>
          </p:nvSpPr>
          <p:spPr>
            <a:xfrm>
              <a:off x="732062" y="2828637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Diamond 31">
              <a:extLst>
                <a:ext uri="{FF2B5EF4-FFF2-40B4-BE49-F238E27FC236}">
                  <a16:creationId xmlns:a16="http://schemas.microsoft.com/office/drawing/2014/main" id="{CD3C161F-BB9D-419B-9695-C0E517543A53}"/>
                </a:ext>
              </a:extLst>
            </p:cNvPr>
            <p:cNvSpPr/>
            <p:nvPr/>
          </p:nvSpPr>
          <p:spPr>
            <a:xfrm>
              <a:off x="2001231" y="3608973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Diamond 32">
              <a:extLst>
                <a:ext uri="{FF2B5EF4-FFF2-40B4-BE49-F238E27FC236}">
                  <a16:creationId xmlns:a16="http://schemas.microsoft.com/office/drawing/2014/main" id="{BEE55A4D-6190-42C4-B6A8-BDB4455198AB}"/>
                </a:ext>
              </a:extLst>
            </p:cNvPr>
            <p:cNvSpPr/>
            <p:nvPr/>
          </p:nvSpPr>
          <p:spPr>
            <a:xfrm>
              <a:off x="-537106" y="3617943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Diamond 33">
              <a:extLst>
                <a:ext uri="{FF2B5EF4-FFF2-40B4-BE49-F238E27FC236}">
                  <a16:creationId xmlns:a16="http://schemas.microsoft.com/office/drawing/2014/main" id="{150933E6-560D-4211-9F2D-12DA3C6A2ADF}"/>
                </a:ext>
              </a:extLst>
            </p:cNvPr>
            <p:cNvSpPr/>
            <p:nvPr/>
          </p:nvSpPr>
          <p:spPr>
            <a:xfrm>
              <a:off x="732062" y="4371372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9B1B783-2788-43E9-B484-94048A1A1793}"/>
              </a:ext>
            </a:extLst>
          </p:cNvPr>
          <p:cNvGrpSpPr/>
          <p:nvPr userDrawn="1"/>
        </p:nvGrpSpPr>
        <p:grpSpPr>
          <a:xfrm>
            <a:off x="8955490" y="940991"/>
            <a:ext cx="3266241" cy="1928089"/>
            <a:chOff x="-537106" y="2828637"/>
            <a:chExt cx="4886523" cy="2884555"/>
          </a:xfrm>
        </p:grpSpPr>
        <p:sp>
          <p:nvSpPr>
            <p:cNvPr id="36" name="Diamond 35">
              <a:extLst>
                <a:ext uri="{FF2B5EF4-FFF2-40B4-BE49-F238E27FC236}">
                  <a16:creationId xmlns:a16="http://schemas.microsoft.com/office/drawing/2014/main" id="{DDF6F51D-86B1-4E87-A589-11795C8062FD}"/>
                </a:ext>
              </a:extLst>
            </p:cNvPr>
            <p:cNvSpPr/>
            <p:nvPr/>
          </p:nvSpPr>
          <p:spPr>
            <a:xfrm>
              <a:off x="732062" y="2828637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Diamond 36">
              <a:extLst>
                <a:ext uri="{FF2B5EF4-FFF2-40B4-BE49-F238E27FC236}">
                  <a16:creationId xmlns:a16="http://schemas.microsoft.com/office/drawing/2014/main" id="{444E4D8F-5FD1-4DF0-9847-9909CC89289A}"/>
                </a:ext>
              </a:extLst>
            </p:cNvPr>
            <p:cNvSpPr/>
            <p:nvPr/>
          </p:nvSpPr>
          <p:spPr>
            <a:xfrm>
              <a:off x="2001231" y="3608973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Diamond 37">
              <a:extLst>
                <a:ext uri="{FF2B5EF4-FFF2-40B4-BE49-F238E27FC236}">
                  <a16:creationId xmlns:a16="http://schemas.microsoft.com/office/drawing/2014/main" id="{D1BEDA94-B904-49A7-92A2-DE6BCC3136B3}"/>
                </a:ext>
              </a:extLst>
            </p:cNvPr>
            <p:cNvSpPr/>
            <p:nvPr/>
          </p:nvSpPr>
          <p:spPr>
            <a:xfrm>
              <a:off x="-537106" y="3617943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Diamond 38">
              <a:extLst>
                <a:ext uri="{FF2B5EF4-FFF2-40B4-BE49-F238E27FC236}">
                  <a16:creationId xmlns:a16="http://schemas.microsoft.com/office/drawing/2014/main" id="{BE24AEDE-31F4-4CD7-9384-D71CE273F56B}"/>
                </a:ext>
              </a:extLst>
            </p:cNvPr>
            <p:cNvSpPr/>
            <p:nvPr/>
          </p:nvSpPr>
          <p:spPr>
            <a:xfrm>
              <a:off x="732062" y="4371372"/>
              <a:ext cx="2348186" cy="1341820"/>
            </a:xfrm>
            <a:prstGeom prst="diamond">
              <a:avLst/>
            </a:prstGeom>
            <a:noFill/>
            <a:ln>
              <a:solidFill>
                <a:schemeClr val="accent1">
                  <a:alpha val="4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8FD29D8-8B4A-46CB-893E-E2152AF2676F}"/>
              </a:ext>
            </a:extLst>
          </p:cNvPr>
          <p:cNvGrpSpPr/>
          <p:nvPr userDrawn="1"/>
        </p:nvGrpSpPr>
        <p:grpSpPr>
          <a:xfrm>
            <a:off x="0" y="2731284"/>
            <a:ext cx="12192000" cy="2658139"/>
            <a:chOff x="0" y="1954576"/>
            <a:chExt cx="12192000" cy="265813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2843F41-4ABE-467C-8D1E-288531371733}"/>
                </a:ext>
              </a:extLst>
            </p:cNvPr>
            <p:cNvSpPr txBox="1"/>
            <p:nvPr userDrawn="1"/>
          </p:nvSpPr>
          <p:spPr>
            <a:xfrm>
              <a:off x="0" y="1954576"/>
              <a:ext cx="12192000" cy="2658139"/>
            </a:xfrm>
            <a:prstGeom prst="rect">
              <a:avLst/>
            </a:prstGeom>
            <a:noFill/>
          </p:spPr>
          <p:txBody>
            <a:bodyPr wrap="square" tIns="731520" rtlCol="0" anchor="ctr" anchorCtr="1">
              <a:noAutofit/>
            </a:bodyPr>
            <a:lstStyle/>
            <a:p>
              <a:pPr algn="ctr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kumimoji="0" lang="en-US" sz="1400" b="0" i="0" u="none" strike="noStrike" kern="1200" cap="none" spc="10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entury Gothic"/>
                  <a:ea typeface="+mj-ea"/>
                  <a:cs typeface="+mj-cs"/>
                </a:rPr>
                <a:t>1030 15th Street, NW, Suite 590 West | Washington, DC 20005</a:t>
              </a:r>
              <a:br>
                <a:rPr kumimoji="0" lang="en-US" sz="1400" b="0" i="0" u="none" strike="noStrike" kern="1200" cap="none" spc="10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entury Gothic"/>
                  <a:ea typeface="+mj-ea"/>
                  <a:cs typeface="+mj-cs"/>
                </a:rPr>
              </a:br>
              <a:r>
                <a:rPr kumimoji="0" lang="en-US" sz="1400" b="0" i="0" u="none" strike="noStrike" kern="1200" cap="none" spc="10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entury Gothic"/>
                  <a:ea typeface="+mj-ea"/>
                  <a:cs typeface="+mj-cs"/>
                </a:rPr>
                <a:t>(202) 296-2741 | www.jm-aq.com</a:t>
              </a:r>
              <a:endParaRPr lang="en-US" sz="1400">
                <a:solidFill>
                  <a:schemeClr val="bg1"/>
                </a:solidFill>
              </a:endParaRPr>
            </a:p>
          </p:txBody>
        </p:sp>
        <p:pic>
          <p:nvPicPr>
            <p:cNvPr id="10" name="Picture 9" descr="logotype-only-mcallister-quinn-white.eps">
              <a:extLst>
                <a:ext uri="{FF2B5EF4-FFF2-40B4-BE49-F238E27FC236}">
                  <a16:creationId xmlns:a16="http://schemas.microsoft.com/office/drawing/2014/main" id="{FA58B76B-1318-47A7-A0C2-A5020ECCDC5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65" t="33033" r="12978" b="44045"/>
            <a:stretch/>
          </p:blipFill>
          <p:spPr>
            <a:xfrm>
              <a:off x="3178711" y="2359480"/>
              <a:ext cx="5834578" cy="1191120"/>
            </a:xfrm>
            <a:prstGeom prst="rect">
              <a:avLst/>
            </a:prstGeom>
          </p:spPr>
        </p:pic>
      </p:grp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99CB491E-0967-4A0B-B167-D4FDCFBE35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2979" y="6333331"/>
            <a:ext cx="3208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E617E1-30CA-47E7-B549-2391F76B7824}" type="datetime3">
              <a:rPr lang="en-US" smtClean="0"/>
              <a:t>8 July 2026</a:t>
            </a:fld>
            <a:endParaRPr lang="en-US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451CB19F-2834-4A34-AD7F-54765FD71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33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D967B03-D33A-48D3-BE24-61F9441E8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333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76EFEF-0AC7-4C72-B317-96732DF899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2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1A97E7-5C43-4BB9-9D36-CF4D473BA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9" y="365125"/>
            <a:ext cx="1098082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E931D-B469-4073-BA74-0D1695C99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979" y="1925053"/>
            <a:ext cx="10980821" cy="4251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5ED88-EA58-4F4C-B538-20CDB4783F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2979" y="6333331"/>
            <a:ext cx="3208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E617E1-30CA-47E7-B549-2391F76B7824}" type="datetime3">
              <a:rPr lang="en-US" smtClean="0"/>
              <a:t>8 July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64524-A377-4098-904F-0922C8059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33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7F54C-870B-4B99-B220-59BE1F47F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333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76EFEF-0AC7-4C72-B317-96732DF899B6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F2E430-7567-4EE8-93F7-F3EE02106874}"/>
              </a:ext>
            </a:extLst>
          </p:cNvPr>
          <p:cNvGrpSpPr/>
          <p:nvPr/>
        </p:nvGrpSpPr>
        <p:grpSpPr>
          <a:xfrm>
            <a:off x="9171553" y="6382957"/>
            <a:ext cx="2647103" cy="262074"/>
            <a:chOff x="9171553" y="6408157"/>
            <a:chExt cx="2647103" cy="26207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6644637-4CF3-47D6-8FAB-846674FFF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61034" y="6408157"/>
              <a:ext cx="457622" cy="262074"/>
            </a:xfrm>
            <a:prstGeom prst="rect">
              <a:avLst/>
            </a:prstGeom>
          </p:spPr>
        </p:pic>
        <p:pic>
          <p:nvPicPr>
            <p:cNvPr id="10" name="Picture 9" descr="logotype-only-mcallister-quinn.eps">
              <a:extLst>
                <a:ext uri="{FF2B5EF4-FFF2-40B4-BE49-F238E27FC236}">
                  <a16:creationId xmlns:a16="http://schemas.microsoft.com/office/drawing/2014/main" id="{5A1CCAE0-8D66-4304-9A17-9E9B6C6CF2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5" t="38371" r="12154" b="50000"/>
            <a:stretch/>
          </p:blipFill>
          <p:spPr>
            <a:xfrm>
              <a:off x="9171553" y="6448188"/>
              <a:ext cx="1836195" cy="1820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2061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0" r:id="rId2"/>
    <p:sldLayoutId id="2147483681" r:id="rId3"/>
    <p:sldLayoutId id="2147483696" r:id="rId4"/>
    <p:sldLayoutId id="2147483701" r:id="rId5"/>
    <p:sldLayoutId id="2147483699" r:id="rId6"/>
    <p:sldLayoutId id="2147483662" r:id="rId7"/>
    <p:sldLayoutId id="2147483702" r:id="rId8"/>
    <p:sldLayoutId id="2147483703" r:id="rId9"/>
    <p:sldLayoutId id="2147483688" r:id="rId10"/>
    <p:sldLayoutId id="2147483689" r:id="rId11"/>
    <p:sldLayoutId id="2147483691" r:id="rId12"/>
    <p:sldLayoutId id="2147483693" r:id="rId13"/>
    <p:sldLayoutId id="2147483685" r:id="rId14"/>
    <p:sldLayoutId id="2147483683" r:id="rId15"/>
    <p:sldLayoutId id="2147483686" r:id="rId16"/>
    <p:sldLayoutId id="2147483687" r:id="rId17"/>
    <p:sldLayoutId id="2147483697" r:id="rId18"/>
    <p:sldLayoutId id="2147483700" r:id="rId19"/>
    <p:sldLayoutId id="2147483694" r:id="rId20"/>
    <p:sldLayoutId id="2147483695" r:id="rId21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kern="1200" spc="1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3"/>
        </a:buClr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3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dsu.edu/student-government/execteam/office-of-exa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dsu.edu/research/office-vice-preside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dsu.edu/news/grunwalds-faculty-development-ndsu-helping-boost-nsf-competitivenes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cramer.senate.gov/news/press-releases/senator-cramer-co-leads-bipartisan-effort-to-protect-water-infrastructure-funding-from-earmarks" TargetMode="External"/><Relationship Id="rId4" Type="http://schemas.openxmlformats.org/officeDocument/2006/relationships/hyperlink" Target="https://www.ndsu.edu/news/ndsu-interim-vice-president-research-and-creative-activity-named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ewis-burke.com/experts/christina-laridaen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lewis-burke.com/experts/sharon-eshelman/" TargetMode="External"/><Relationship Id="rId5" Type="http://schemas.openxmlformats.org/officeDocument/2006/relationships/hyperlink" Target="https://lewis-burke.com/experts/otto-katt/" TargetMode="External"/><Relationship Id="rId4" Type="http://schemas.openxmlformats.org/officeDocument/2006/relationships/hyperlink" Target="https://lewis-burke.com/experts/bridget-krieger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fedorchaknd.com/about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ramer.senate.gov/news/press-releases/senator-cramer-co-leads-bipartisan-effort-to-protect-water-infrastructure-funding-from-earmarks" TargetMode="External"/><Relationship Id="rId5" Type="http://schemas.openxmlformats.org/officeDocument/2006/relationships/hyperlink" Target="https://www.cramer.senate.gov/" TargetMode="External"/><Relationship Id="rId4" Type="http://schemas.openxmlformats.org/officeDocument/2006/relationships/hyperlink" Target="https://www.hoeven.senate.gov/about/biograph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1C1D4C-43FE-9550-51BA-B9E1DA815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0" y="3481037"/>
            <a:ext cx="8426116" cy="1542929"/>
          </a:xfrm>
        </p:spPr>
        <p:txBody>
          <a:bodyPr/>
          <a:lstStyle/>
          <a:p>
            <a:r>
              <a:rPr lang="en-US" sz="3200"/>
              <a:t>McAllister &amp; Quinn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E983A97-3DE1-AB85-4B1A-135EDB9BD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0" y="5209699"/>
            <a:ext cx="8426116" cy="940053"/>
          </a:xfrm>
        </p:spPr>
        <p:txBody>
          <a:bodyPr/>
          <a:lstStyle/>
          <a:p>
            <a:r>
              <a:rPr lang="en-US" sz="2400"/>
              <a:t>Research Universities Practice </a:t>
            </a:r>
            <a:r>
              <a:rPr lang="en-US"/>
              <a:t>Services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AD27A-A8CC-8AB2-EA87-175829F548CE}"/>
              </a:ext>
            </a:extLst>
          </p:cNvPr>
          <p:cNvSpPr txBox="1"/>
          <p:nvPr/>
        </p:nvSpPr>
        <p:spPr>
          <a:xfrm>
            <a:off x="8399251" y="1144143"/>
            <a:ext cx="29223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rgbClr val="FF0000"/>
                </a:solidFill>
              </a:rPr>
              <a:t>CAPTURE</a:t>
            </a:r>
          </a:p>
        </p:txBody>
      </p:sp>
      <p:pic>
        <p:nvPicPr>
          <p:cNvPr id="1026" name="Picture 2" descr="North Dakota State Bison - NDSU Logo Single Layer Dimensional">
            <a:extLst>
              <a:ext uri="{FF2B5EF4-FFF2-40B4-BE49-F238E27FC236}">
                <a16:creationId xmlns:a16="http://schemas.microsoft.com/office/drawing/2014/main" id="{41167958-FFDE-BE84-3770-6A531D2F0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439" y="1821473"/>
            <a:ext cx="20574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700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561859-1F88-DF41-0F27-B328C0023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E69-E4B6-4249-AD34-2239A8033932}" type="datetime3">
              <a:rPr lang="en-US" smtClean="0"/>
              <a:t>8 July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6DF5E3-48EB-F47F-91FA-3FA4E50F7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EFEF-0AC7-4C72-B317-96732DF899B6}" type="slidenum">
              <a:rPr lang="en-US" smtClean="0"/>
              <a:t>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EF1A0-51D1-4ED4-66CB-8FDEC84E13E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2979" y="1866174"/>
            <a:ext cx="11580812" cy="4050105"/>
          </a:xfrm>
        </p:spPr>
        <p:txBody>
          <a:bodyPr/>
          <a:lstStyle/>
          <a:p>
            <a:r>
              <a:rPr lang="en-US" sz="1800" dirty="0"/>
              <a:t>NSDU is a land-grant, R1 </a:t>
            </a:r>
            <a:r>
              <a:rPr lang="en-US" sz="1800" dirty="0" err="1"/>
              <a:t>EPScoR</a:t>
            </a:r>
            <a:r>
              <a:rPr lang="en-US" sz="1800" dirty="0"/>
              <a:t> University with two large NSF </a:t>
            </a:r>
            <a:r>
              <a:rPr lang="en-US" sz="1800" dirty="0" err="1"/>
              <a:t>EPScOR</a:t>
            </a:r>
            <a:r>
              <a:rPr lang="en-US" sz="1800" dirty="0"/>
              <a:t> grants</a:t>
            </a:r>
          </a:p>
          <a:p>
            <a:r>
              <a:rPr lang="en-US" sz="1800" dirty="0"/>
              <a:t>Top NDSU Research Strengths: </a:t>
            </a:r>
            <a:r>
              <a:rPr lang="en-US" sz="1800" b="1" dirty="0"/>
              <a:t>Agriculture &amp; Food Systems</a:t>
            </a:r>
            <a:r>
              <a:rPr lang="en-US" sz="1800" dirty="0"/>
              <a:t>, </a:t>
            </a:r>
            <a:r>
              <a:rPr lang="en-US" sz="1800" b="1" dirty="0"/>
              <a:t>Engineering &amp; Materials Science</a:t>
            </a:r>
            <a:r>
              <a:rPr lang="en-US" sz="1800" dirty="0"/>
              <a:t>, Health and Biomedical (cancer, Parkinson’s), Energy &amp; Sustainability (biofuels, hydrogen power, and reservoir management) </a:t>
            </a:r>
          </a:p>
          <a:p>
            <a:r>
              <a:rPr lang="en-US" sz="1800" dirty="0"/>
              <a:t>Heidi Grunwald started her role as interim VPR in August 2025 – search for new VPR underway. Former Role: Heidi held senior research leadership positions at </a:t>
            </a:r>
            <a:r>
              <a:rPr lang="en-US" sz="1800" b="1" dirty="0"/>
              <a:t>Temple University</a:t>
            </a:r>
            <a:r>
              <a:rPr lang="en-US" sz="1800" dirty="0"/>
              <a:t>.</a:t>
            </a:r>
          </a:p>
          <a:p>
            <a:r>
              <a:rPr lang="en-US" sz="1800" dirty="0"/>
              <a:t>NDSU has Lewis Burke on retainer at $50K per quarter since 2022. </a:t>
            </a:r>
          </a:p>
          <a:p>
            <a:r>
              <a:rPr lang="en-US" sz="1800" dirty="0"/>
              <a:t>NDSU has an interim President (Rick Berg) – search for new president underway.</a:t>
            </a:r>
          </a:p>
          <a:p>
            <a:r>
              <a:rPr lang="en-US" sz="1800" dirty="0"/>
              <a:t>No federal relations office – only a </a:t>
            </a:r>
            <a:r>
              <a:rPr lang="en-US" sz="1800" dirty="0">
                <a:hlinkClick r:id="rId2"/>
              </a:rPr>
              <a:t>state office representation</a:t>
            </a:r>
            <a:r>
              <a:rPr lang="en-US" sz="1800" dirty="0"/>
              <a:t>.</a:t>
            </a:r>
          </a:p>
          <a:p>
            <a:r>
              <a:rPr lang="en-US" sz="1800" dirty="0"/>
              <a:t>None of the Congressional Delegation have secured earmarks for NDSU in FY24 or FY26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03A2C7-85A0-08D1-7302-5CE2DAAA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2640868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3B6E17-343A-E1CE-DD47-CA71119E9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43E69-E4B6-4249-AD34-2239A8033932}" type="datetime3">
              <a:rPr lang="en-US" smtClean="0"/>
              <a:pPr>
                <a:spcAft>
                  <a:spcPts val="600"/>
                </a:spcAft>
              </a:pPr>
              <a:t>8 July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9E84E7-4373-ADD8-BAC4-CD01B4B51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EFEF-0AC7-4C72-B317-96732DF899B6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439A4E4-78D0-773B-13F0-70EECC49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n-US"/>
              <a:t>Carnegie and HERD Rank Benchmark w/ RUP Clients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CA2A14-495A-3BA3-DAEE-66F1437F2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47" y="1535807"/>
            <a:ext cx="11007969" cy="471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557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621C2E-36F9-90A1-51BF-6F367A611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E69-E4B6-4249-AD34-2239A8033932}" type="datetime3">
              <a:rPr lang="en-US" smtClean="0"/>
              <a:t>8 July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E53866-EF49-9179-C131-DD96351ED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EFEF-0AC7-4C72-B317-96732DF899B6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F599D3-BDC4-20DD-F39B-698A7F82621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NDSU reached a new milestone with $199 million in research expenditures in the most recent fiscal year (FY24)</a:t>
            </a:r>
          </a:p>
          <a:p>
            <a:r>
              <a:rPr lang="en-US"/>
              <a:t>Stated research areas of focus: agriculture, cybersecurity, energy and water security, materials science, life sciences, statewide presence that includes 7 research and extension centers (no federal reps)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5CEB95-5794-BEAF-945E-B20A3205C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of Research Strengths/Profile</a:t>
            </a:r>
          </a:p>
        </p:txBody>
      </p:sp>
    </p:spTree>
    <p:extLst>
      <p:ext uri="{BB962C8B-B14F-4D97-AF65-F5344CB8AC3E}">
        <p14:creationId xmlns:p14="http://schemas.microsoft.com/office/powerpoint/2010/main" val="1489317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DC134-4D2C-7D57-6300-A781F072C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E69-E4B6-4249-AD34-2239A8033932}" type="datetime3">
              <a:rPr lang="en-US" smtClean="0"/>
              <a:t>8 July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BC1DA-E526-3D17-3772-6674BEDC1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EFEF-0AC7-4C72-B317-96732DF899B6}" type="slidenum">
              <a:rPr lang="en-US" smtClean="0"/>
              <a:t>5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669AA12-3435-1F74-9F3A-7104CAA6675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sz="1600">
                <a:hlinkClick r:id="rId3"/>
              </a:rPr>
              <a:t>Bio</a:t>
            </a:r>
            <a:endParaRPr lang="en-US" sz="1600"/>
          </a:p>
          <a:p>
            <a:r>
              <a:rPr lang="en-US" sz="1600"/>
              <a:t>Background – launched faculty development programs at NDSU &amp; passionate about research development</a:t>
            </a:r>
          </a:p>
          <a:p>
            <a:r>
              <a:rPr lang="en-US" sz="1600"/>
              <a:t>Education/Expertise: </a:t>
            </a:r>
            <a:r>
              <a:rPr lang="en-US" sz="1400"/>
              <a:t>She earned her doctorate in higher education from the University of Michigan and holds advanced degrees in statistics and mathematics education.</a:t>
            </a:r>
          </a:p>
          <a:p>
            <a:r>
              <a:rPr lang="en-US" sz="1600"/>
              <a:t>Heidi started her role as interim VPR in August 2025</a:t>
            </a:r>
          </a:p>
          <a:p>
            <a:r>
              <a:rPr lang="en-US" sz="1600"/>
              <a:t>Former Role: Heidi held senior research leadership positions at </a:t>
            </a:r>
            <a:r>
              <a:rPr lang="en-US" sz="1600" b="1"/>
              <a:t>Temple University</a:t>
            </a:r>
            <a:r>
              <a:rPr lang="en-US" sz="1600"/>
              <a:t>, where she directed the Institute for Survey Research and co-founded Legal Science, LLC. She has more than two decades of experience in research development, public health law and data-driven policy evaluation.</a:t>
            </a:r>
          </a:p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FB40BA9-6E28-16D9-4547-6F02BEA1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Interim Vice President for Research, Heidi Grunwald</a:t>
            </a:r>
          </a:p>
        </p:txBody>
      </p:sp>
      <p:sp>
        <p:nvSpPr>
          <p:cNvPr id="6" name="AutoShape 2" descr="Heidi Grunwald Associate Vice President for Research Development">
            <a:extLst>
              <a:ext uri="{FF2B5EF4-FFF2-40B4-BE49-F238E27FC236}">
                <a16:creationId xmlns:a16="http://schemas.microsoft.com/office/drawing/2014/main" id="{F266DFDE-88FB-57B6-BF4B-F5258A2A0F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6" descr="Heidi Grunwald Associate Vice President for Research Development">
            <a:extLst>
              <a:ext uri="{FF2B5EF4-FFF2-40B4-BE49-F238E27FC236}">
                <a16:creationId xmlns:a16="http://schemas.microsoft.com/office/drawing/2014/main" id="{3158201D-8210-8224-DA0C-ECC0512A17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8" name="Picture 10" descr="Grunwald named NDSU Associate Vice ...">
            <a:extLst>
              <a:ext uri="{FF2B5EF4-FFF2-40B4-BE49-F238E27FC236}">
                <a16:creationId xmlns:a16="http://schemas.microsoft.com/office/drawing/2014/main" id="{ECCAE90E-132E-8176-A140-A78D3C57A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6" y="1922977"/>
            <a:ext cx="2948597" cy="412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307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B22085D-984E-A141-4764-049A47B21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76EFEF-0AC7-4C72-B317-96732DF899B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0174F0-FA1D-27FB-B195-9480C47B18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6879" y="1698564"/>
            <a:ext cx="5491946" cy="4050105"/>
          </a:xfrm>
        </p:spPr>
        <p:txBody>
          <a:bodyPr/>
          <a:lstStyle/>
          <a:p>
            <a:r>
              <a:rPr lang="en-US" sz="2400"/>
              <a:t>20% funding rate; slightly above NSF 2025 avg. of 19%</a:t>
            </a:r>
          </a:p>
          <a:p>
            <a:r>
              <a:rPr lang="en-US" sz="2400"/>
              <a:t>ENG is their leading directorate</a:t>
            </a:r>
          </a:p>
          <a:p>
            <a:r>
              <a:rPr lang="en-US" sz="2400"/>
              <a:t>Largest Active Awards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2000"/>
              <a:t>RII-Track 1 - $20M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2000"/>
              <a:t>NSF Engines Award - $15M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2000"/>
              <a:t>NSF I-Corps Hub - $14M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2000"/>
              <a:t>RII-Track 2 - $6M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2000"/>
              <a:t>MRI Track 2 - $4M</a:t>
            </a:r>
          </a:p>
          <a:p>
            <a:pPr lvl="1"/>
            <a:endParaRPr lang="en-US" sz="20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A3C6B9-1782-4DB6-58D7-B17623D38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NSF Performance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B9DEEA-D6C7-876F-5704-9FFEE67ED4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Strategic Intelligence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3A8B0C-CA69-5DF7-2267-C827884C2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800937"/>
            <a:ext cx="3752850" cy="27247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42C868-1F20-330C-14B5-65AC67677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247" y="3525723"/>
            <a:ext cx="3354949" cy="27247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B7B6DC-F12F-BCE7-4778-D4D37B8077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947" r="5343"/>
          <a:stretch>
            <a:fillRect/>
          </a:stretch>
        </p:blipFill>
        <p:spPr>
          <a:xfrm>
            <a:off x="10518246" y="1178493"/>
            <a:ext cx="1371600" cy="8214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4067E9-B867-CB3E-FFD4-D16A07244F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9194" y="2139400"/>
            <a:ext cx="1371600" cy="7147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E2E5224-3CC2-0AE4-EDEA-35469354E2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9194" y="2993614"/>
            <a:ext cx="1371600" cy="7437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4B24553-3CA3-877A-9FD1-5928702E7A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3957" y="3876808"/>
            <a:ext cx="1371600" cy="71011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963F1CC-60B5-0BBE-0BAC-E4E5F71395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8247" y="4726358"/>
            <a:ext cx="1371600" cy="74544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5E57E72-9914-B5E6-83C4-3CE1A0A05D48}"/>
              </a:ext>
            </a:extLst>
          </p:cNvPr>
          <p:cNvSpPr txBox="1"/>
          <p:nvPr/>
        </p:nvSpPr>
        <p:spPr>
          <a:xfrm>
            <a:off x="5907949" y="611309"/>
            <a:ext cx="4301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Awards by Directorate</a:t>
            </a:r>
          </a:p>
        </p:txBody>
      </p:sp>
    </p:spTree>
    <p:extLst>
      <p:ext uri="{BB962C8B-B14F-4D97-AF65-F5344CB8AC3E}">
        <p14:creationId xmlns:p14="http://schemas.microsoft.com/office/powerpoint/2010/main" val="3834924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661FF3-D57C-0F1F-DFC5-F4714C4CD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E69-E4B6-4249-AD34-2239A8033932}" type="datetime3">
              <a:rPr lang="en-US" smtClean="0"/>
              <a:t>8 July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C08050-5587-6D13-9971-E81859AA2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EFEF-0AC7-4C72-B317-96732DF899B6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C7C67B-617E-0BC1-2BD3-D07C248757D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FY21-25, 65 total projects</a:t>
            </a:r>
          </a:p>
          <a:p>
            <a:r>
              <a:rPr lang="en-US" dirty="0"/>
              <a:t>Small but positive funding trajectory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857837-5B69-7793-766F-1543C3A03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NIH Reporter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9A92F5-5EA1-7740-872D-72DF8D1D56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Strategic Intelligence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4A2D5A-86A3-0C98-F9DF-D0C912798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00" y="3429000"/>
            <a:ext cx="10900700" cy="23270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529FB9-36E8-BA84-FC8B-18BF58486D9F}"/>
              </a:ext>
            </a:extLst>
          </p:cNvPr>
          <p:cNvSpPr txBox="1"/>
          <p:nvPr/>
        </p:nvSpPr>
        <p:spPr>
          <a:xfrm>
            <a:off x="3986739" y="5955224"/>
            <a:ext cx="4301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Project Funding by Fiscal Year</a:t>
            </a:r>
          </a:p>
        </p:txBody>
      </p:sp>
    </p:spTree>
    <p:extLst>
      <p:ext uri="{BB962C8B-B14F-4D97-AF65-F5344CB8AC3E}">
        <p14:creationId xmlns:p14="http://schemas.microsoft.com/office/powerpoint/2010/main" val="3950179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B2E3F-9693-EBF6-3B9C-066A73C3C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754D5F-41A9-B6DA-27A9-451A721C4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E69-E4B6-4249-AD34-2239A8033932}" type="datetime3">
              <a:rPr lang="en-US" smtClean="0"/>
              <a:t>8 July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6FB955-294E-29DF-3CE6-5A6B24E1D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EFEF-0AC7-4C72-B317-96732DF899B6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03246-3E90-E1F1-298B-3CA26B8A4D7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6879" y="1732908"/>
            <a:ext cx="11580812" cy="4050105"/>
          </a:xfrm>
        </p:spPr>
        <p:txBody>
          <a:bodyPr/>
          <a:lstStyle/>
          <a:p>
            <a:r>
              <a:rPr lang="en-US"/>
              <a:t>Variety of activity codes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DFD511-03EA-14BF-CA77-96957F11E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NIH Reporter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3896AE-553B-121F-DB5F-42B9CC6AB0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Strategic Intelligence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9297AD-78E1-8D8B-62F6-9951B72BF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189" y="2434107"/>
            <a:ext cx="8119848" cy="36442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B3BB0B-B498-327E-D334-4450E2BDB2DC}"/>
              </a:ext>
            </a:extLst>
          </p:cNvPr>
          <p:cNvSpPr txBox="1"/>
          <p:nvPr/>
        </p:nvSpPr>
        <p:spPr>
          <a:xfrm>
            <a:off x="4215684" y="6094499"/>
            <a:ext cx="4301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Project Funding by Activity Code</a:t>
            </a:r>
          </a:p>
        </p:txBody>
      </p:sp>
    </p:spTree>
    <p:extLst>
      <p:ext uri="{BB962C8B-B14F-4D97-AF65-F5344CB8AC3E}">
        <p14:creationId xmlns:p14="http://schemas.microsoft.com/office/powerpoint/2010/main" val="1578793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69D72-8442-3CA7-0095-3BEDD5FC7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410F75-D2AA-A975-C07E-E2427CBF0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E69-E4B6-4249-AD34-2239A8033932}" type="datetime3">
              <a:rPr lang="en-US" smtClean="0"/>
              <a:t>8 July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93A3C0-0949-21F0-9D24-20479F7BB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EFEF-0AC7-4C72-B317-96732DF899B6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8B8A5-4209-3E2E-5861-8F9093AD1C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2979" y="1685510"/>
            <a:ext cx="11580812" cy="4050105"/>
          </a:xfrm>
        </p:spPr>
        <p:txBody>
          <a:bodyPr/>
          <a:lstStyle/>
          <a:p>
            <a:r>
              <a:rPr lang="en-US"/>
              <a:t>NIA and NIGMS leading ICs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291311C-1504-B19C-B9E1-12319BDD1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NIH Reporter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A2A2C7-53CC-E66B-98C2-3B00BFA65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Strategic Intelligence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50777E-F7EC-D6D7-CC2B-1383E1D4A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024" y="2371045"/>
            <a:ext cx="9661679" cy="38365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AB22E8-80FB-9CC5-2C46-D1429E3F1523}"/>
              </a:ext>
            </a:extLst>
          </p:cNvPr>
          <p:cNvSpPr txBox="1"/>
          <p:nvPr/>
        </p:nvSpPr>
        <p:spPr>
          <a:xfrm>
            <a:off x="4309056" y="6194831"/>
            <a:ext cx="4301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Project Funding by Administering Institute </a:t>
            </a:r>
          </a:p>
        </p:txBody>
      </p:sp>
    </p:spTree>
    <p:extLst>
      <p:ext uri="{BB962C8B-B14F-4D97-AF65-F5344CB8AC3E}">
        <p14:creationId xmlns:p14="http://schemas.microsoft.com/office/powerpoint/2010/main" val="232894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0A68C98-3FF5-460F-F4CD-E388A4ADA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76EFEF-0AC7-4C72-B317-96732DF899B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59ACDE7-0A93-1F7E-0A76-3B91B633E1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331" y="1597691"/>
            <a:ext cx="11580812" cy="4050105"/>
          </a:xfrm>
        </p:spPr>
        <p:txBody>
          <a:bodyPr/>
          <a:lstStyle/>
          <a:p>
            <a:r>
              <a:rPr lang="en-US" sz="2000" dirty="0"/>
              <a:t>Scholarly output rose from 1,181 publications in 2020 to 1,295 in 2024, an increase of 10%. </a:t>
            </a:r>
          </a:p>
          <a:p>
            <a:r>
              <a:rPr lang="en-US" sz="2000" dirty="0"/>
              <a:t>The overall Field-Weighted Citation Impact (FWCI) mean is 1.78, which is 78% above the world mean of 1.00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A3C6B9-1782-4DB6-58D7-B17623D38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Scholarly Output (SciVal)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477ACF-9CBF-8394-F1A3-DF1EF5B23D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Strategic Intelligence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7717E8-5CFA-0C60-E06F-3B0F3D382A14}"/>
              </a:ext>
            </a:extLst>
          </p:cNvPr>
          <p:cNvSpPr txBox="1"/>
          <p:nvPr/>
        </p:nvSpPr>
        <p:spPr>
          <a:xfrm>
            <a:off x="37868" y="6629142"/>
            <a:ext cx="583882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>
                <a:solidFill>
                  <a:schemeClr val="bg2"/>
                </a:solidFill>
              </a:rPr>
              <a:t>Source: SciVal® database, Elsevier B.V., http://www.scival.com (downloaded on [February 2026]).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1A231D-4E74-17A0-FF35-C22586517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362" y="3147202"/>
            <a:ext cx="8059275" cy="29912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30AE10-5A7C-CBD0-6224-8AB6060E5769}"/>
              </a:ext>
            </a:extLst>
          </p:cNvPr>
          <p:cNvSpPr txBox="1"/>
          <p:nvPr/>
        </p:nvSpPr>
        <p:spPr>
          <a:xfrm>
            <a:off x="4756596" y="6056332"/>
            <a:ext cx="4301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Scholarly Output by Subject Area</a:t>
            </a:r>
          </a:p>
        </p:txBody>
      </p:sp>
    </p:spTree>
    <p:extLst>
      <p:ext uri="{BB962C8B-B14F-4D97-AF65-F5344CB8AC3E}">
        <p14:creationId xmlns:p14="http://schemas.microsoft.com/office/powerpoint/2010/main" val="2218993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64DBA-1B0D-F4F2-E0C8-5C5324947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E69-E4B6-4249-AD34-2239A8033932}" type="datetime3">
              <a:rPr lang="en-US" smtClean="0"/>
              <a:t>8 July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344B48-3686-248E-E313-C71000EF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EFEF-0AC7-4C72-B317-96732DF899B6}" type="slidenum">
              <a:rPr lang="en-US" smtClean="0"/>
              <a:t>11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028CE-3387-A90E-9BBF-8B009848A10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sz="1600" b="1">
                <a:hlinkClick r:id="rId3"/>
              </a:rPr>
              <a:t>https://www.ndsu.edu/news/grunwalds-faculty-development-ndsu-helping-boost-nsf-competitiveness</a:t>
            </a:r>
            <a:endParaRPr lang="en-US" sz="1600" b="1"/>
          </a:p>
          <a:p>
            <a:r>
              <a:rPr lang="en-US" sz="1600" b="1">
                <a:hlinkClick r:id="rId4"/>
              </a:rPr>
              <a:t>https://www.ndsu.edu/news/ndsu-interim-vice-president-research-and-creative-activity-named</a:t>
            </a:r>
            <a:endParaRPr lang="en-US" sz="1600" b="1"/>
          </a:p>
          <a:p>
            <a:r>
              <a:rPr lang="en-US" sz="1600" b="1">
                <a:hlinkClick r:id="rId5"/>
              </a:rPr>
              <a:t>https://www.cramer.senate.gov/news/press-releases/senator-cramer-co-leads-bipartisan-effort-to-protect-water-infrastructure-funding-from-earmarks</a:t>
            </a:r>
            <a:endParaRPr lang="en-US" sz="1600" b="1"/>
          </a:p>
          <a:p>
            <a:endParaRPr lang="en-US" sz="1600" b="1"/>
          </a:p>
          <a:p>
            <a:endParaRPr lang="en-US" sz="1600" b="1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72ED23A-6DA2-9A5E-CEA8-50B688BB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Recent Press</a:t>
            </a:r>
          </a:p>
        </p:txBody>
      </p:sp>
    </p:spTree>
    <p:extLst>
      <p:ext uri="{BB962C8B-B14F-4D97-AF65-F5344CB8AC3E}">
        <p14:creationId xmlns:p14="http://schemas.microsoft.com/office/powerpoint/2010/main" val="3203562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BFB4B4-1C53-4BF6-D160-73311BE28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E69-E4B6-4249-AD34-2239A8033932}" type="datetime3">
              <a:rPr lang="en-US" smtClean="0"/>
              <a:t>8 July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60514A-4893-BF8E-B15C-910116FB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EFEF-0AC7-4C72-B317-96732DF899B6}" type="slidenum">
              <a:rPr lang="en-US" smtClean="0"/>
              <a:t>12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5F459-4BF8-F575-7506-0A6C625777A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sz="1600"/>
              <a:t>NDSU has Lewis Burke on retainer at </a:t>
            </a:r>
            <a:r>
              <a:rPr lang="en-US" sz="1600" b="1"/>
              <a:t>$50K </a:t>
            </a:r>
            <a:r>
              <a:rPr lang="en-US" sz="1600"/>
              <a:t>per quarter since Q3 2022. </a:t>
            </a:r>
          </a:p>
          <a:p>
            <a:r>
              <a:rPr lang="en-US" sz="1600"/>
              <a:t>NSDU has another firm (</a:t>
            </a:r>
            <a:r>
              <a:rPr lang="en-US" sz="1600" err="1"/>
              <a:t>Capgov</a:t>
            </a:r>
            <a:r>
              <a:rPr lang="en-US" sz="1600"/>
              <a:t> LLC) on retainer, no activity or retainer amount reported. </a:t>
            </a:r>
          </a:p>
          <a:p>
            <a:r>
              <a:rPr lang="en-US" sz="1600" b="1"/>
              <a:t>Specific lobbying issues (Budget): </a:t>
            </a:r>
            <a:r>
              <a:rPr lang="en-US" sz="1600"/>
              <a:t>H.R. 5342, S.2354, FY 2026 Commerce, Justice, Science, and Related Agencies Appropriations, Issues pertaining to NSF TIP and </a:t>
            </a:r>
            <a:r>
              <a:rPr lang="en-US" sz="1600" err="1"/>
              <a:t>EPSCoR</a:t>
            </a:r>
            <a:r>
              <a:rPr lang="en-US" sz="1600"/>
              <a:t>. H.R. 4016, S.2572, FY 2026 Defense Appropriations, Issues pertaining to coatings and materials research, cybersecurity, and </a:t>
            </a:r>
            <a:r>
              <a:rPr lang="en-US" sz="1600" err="1"/>
              <a:t>hypersonics</a:t>
            </a:r>
            <a:r>
              <a:rPr lang="en-US" sz="1600"/>
              <a:t>. Issues pertaining to the Northern Great Plains Regional </a:t>
            </a:r>
            <a:r>
              <a:rPr lang="en-US" sz="1600" err="1"/>
              <a:t>Authority.Issues</a:t>
            </a:r>
            <a:r>
              <a:rPr lang="en-US" sz="1600"/>
              <a:t> pertaining to agriculture technologies, on-farm research, and agriculture policy research.</a:t>
            </a:r>
          </a:p>
          <a:p>
            <a:r>
              <a:rPr lang="en-US" sz="1600" b="1"/>
              <a:t>Specific lobbying issues (Defense): </a:t>
            </a:r>
            <a:r>
              <a:rPr lang="en-US" sz="1600"/>
              <a:t>H.R. 3838, S.2296, National Defense Authorization Act of FY 2026, Issues pertaining to coatings and materials research.</a:t>
            </a:r>
          </a:p>
          <a:p>
            <a:r>
              <a:rPr lang="en-US" sz="1600" b="1"/>
              <a:t>Specific lobbying issues (Science): </a:t>
            </a:r>
            <a:r>
              <a:rPr lang="en-US" sz="1600"/>
              <a:t>Issues pertaining to agriculture technologies, on-farm research, and agriculture science workforce pipelines.</a:t>
            </a:r>
            <a:br>
              <a:rPr lang="en-US"/>
            </a:br>
            <a:endParaRPr lang="en-US"/>
          </a:p>
          <a:p>
            <a:br>
              <a:rPr lang="en-US"/>
            </a:br>
            <a:br>
              <a:rPr lang="en-US"/>
            </a:br>
            <a:endParaRPr lang="en-US"/>
          </a:p>
          <a:p>
            <a:br>
              <a:rPr lang="en-US" sz="1600"/>
            </a:br>
            <a:endParaRPr lang="en-US" sz="160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91B109-AD9C-466D-C8E8-9BA39418F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Lobbying Intelligence</a:t>
            </a:r>
          </a:p>
        </p:txBody>
      </p:sp>
    </p:spTree>
    <p:extLst>
      <p:ext uri="{BB962C8B-B14F-4D97-AF65-F5344CB8AC3E}">
        <p14:creationId xmlns:p14="http://schemas.microsoft.com/office/powerpoint/2010/main" val="435633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DC134-4D2C-7D57-6300-A781F072C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E69-E4B6-4249-AD34-2239A8033932}" type="datetime3">
              <a:rPr lang="en-US" smtClean="0"/>
              <a:t>8 July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BC1DA-E526-3D17-3772-6674BEDC1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EFEF-0AC7-4C72-B317-96732DF899B6}" type="slidenum">
              <a:rPr lang="en-US" smtClean="0"/>
              <a:t>13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669AA12-3435-1F74-9F3A-7104CAA6675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sz="2000">
                <a:hlinkClick r:id="rId3"/>
              </a:rPr>
              <a:t>Christina </a:t>
            </a:r>
            <a:r>
              <a:rPr lang="en-US" sz="2000" err="1">
                <a:hlinkClick r:id="rId3"/>
              </a:rPr>
              <a:t>Laridaen</a:t>
            </a:r>
            <a:endParaRPr lang="en-US" sz="2000"/>
          </a:p>
          <a:p>
            <a:r>
              <a:rPr lang="en-US" sz="2000">
                <a:hlinkClick r:id="rId4"/>
              </a:rPr>
              <a:t>Bridget Krieger</a:t>
            </a:r>
            <a:endParaRPr lang="en-US" sz="2000"/>
          </a:p>
          <a:p>
            <a:r>
              <a:rPr lang="en-US" sz="2000">
                <a:hlinkClick r:id="rId5"/>
              </a:rPr>
              <a:t>Otto Katt </a:t>
            </a:r>
            <a:r>
              <a:rPr lang="en-US" sz="2000"/>
              <a:t>- Legislative Fellow, Office of Rep. Phil Roe</a:t>
            </a:r>
          </a:p>
          <a:p>
            <a:r>
              <a:rPr lang="en-US" sz="2000">
                <a:hlinkClick r:id="rId6"/>
              </a:rPr>
              <a:t>Sharon Eshelman </a:t>
            </a:r>
            <a:r>
              <a:rPr lang="en-US" sz="2000"/>
              <a:t>- Senior Advisor-DHS Office of Legislative Affairs; Subcommittee Staff Director-House Committee on Oversight and Government Reform; Special Assistant-DHS ICE; Deputy Associate Director-WH HS Council; Staff Assistant-WH Office of Legislative Affairs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9D2EF5-96C0-239D-6533-52E92C009F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Named Lobbyists at Lewis Burke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FB40BA9-6E28-16D9-4547-6F02BEA1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Lobbyists at Lewis Burke</a:t>
            </a:r>
          </a:p>
        </p:txBody>
      </p:sp>
    </p:spTree>
    <p:extLst>
      <p:ext uri="{BB962C8B-B14F-4D97-AF65-F5344CB8AC3E}">
        <p14:creationId xmlns:p14="http://schemas.microsoft.com/office/powerpoint/2010/main" val="3017193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769FDF-469D-DECE-F290-FD2210CFA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E69-E4B6-4249-AD34-2239A8033932}" type="datetime3">
              <a:rPr lang="en-US" smtClean="0"/>
              <a:t>8 July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5E2A98-2731-7635-F1C0-9BF6474CD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EFEF-0AC7-4C72-B317-96732DF899B6}" type="slidenum">
              <a:rPr lang="en-US" smtClean="0"/>
              <a:t>14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DE1FE-9013-92F0-9ABE-6A914B8A72C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u="sng">
                <a:solidFill>
                  <a:schemeClr val="tx2"/>
                </a:solidFill>
              </a:rPr>
              <a:t>Representative: </a:t>
            </a:r>
            <a:r>
              <a:rPr lang="en-US" sz="240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Julie </a:t>
            </a:r>
            <a:r>
              <a:rPr lang="en-US" sz="2400" u="sng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Fedorchak</a:t>
            </a:r>
            <a:r>
              <a:rPr lang="en-US" sz="2400">
                <a:solidFill>
                  <a:schemeClr val="tx2"/>
                </a:solidFill>
              </a:rPr>
              <a:t> </a:t>
            </a:r>
            <a:r>
              <a:rPr lang="en-US" sz="2400"/>
              <a:t>(R) house committee on energy and commerce (no earmarks in FY24 or FY26 for NDSU)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u="sng">
                <a:solidFill>
                  <a:schemeClr val="tx2"/>
                </a:solidFill>
              </a:rPr>
              <a:t>Senator: </a:t>
            </a:r>
            <a:r>
              <a:rPr lang="en-US" sz="2400">
                <a:solidFill>
                  <a:schemeClr val="tx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John Hoeven </a:t>
            </a:r>
            <a:r>
              <a:rPr lang="en-US" sz="2400"/>
              <a:t>(R) senate committee on agriculture nutrition &amp; forestry, senate committee on appropriations, senate committee on energy and natural resources, senate committee on Indian affairs (no earmarks in FY24 or FY26 for NDSU)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>
                <a:solidFill>
                  <a:schemeClr val="tx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Senator: Kevin Cramer</a:t>
            </a:r>
            <a:r>
              <a:rPr lang="en-US" sz="2400">
                <a:solidFill>
                  <a:schemeClr val="tx2"/>
                </a:solidFill>
              </a:rPr>
              <a:t> </a:t>
            </a:r>
            <a:r>
              <a:rPr lang="en-US" sz="2400"/>
              <a:t>(R) (no earmarks in FY24 or FY26 for NDSU) – Cramer </a:t>
            </a:r>
            <a:r>
              <a:rPr lang="en-US" sz="2400">
                <a:hlinkClick r:id="rId6"/>
              </a:rPr>
              <a:t>critical of</a:t>
            </a:r>
            <a:r>
              <a:rPr lang="en-US" sz="2400"/>
              <a:t> to earmarks.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D48F53-7AA5-B7A4-8426-B05B3D643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Congressional Delegation</a:t>
            </a:r>
          </a:p>
        </p:txBody>
      </p:sp>
    </p:spTree>
    <p:extLst>
      <p:ext uri="{BB962C8B-B14F-4D97-AF65-F5344CB8AC3E}">
        <p14:creationId xmlns:p14="http://schemas.microsoft.com/office/powerpoint/2010/main" val="1552015066"/>
      </p:ext>
    </p:extLst>
  </p:cSld>
  <p:clrMapOvr>
    <a:masterClrMapping/>
  </p:clrMapOvr>
</p:sld>
</file>

<file path=ppt/theme/theme1.xml><?xml version="1.0" encoding="utf-8"?>
<a:theme xmlns:a="http://schemas.openxmlformats.org/drawingml/2006/main" name="MQ_Brand-2020">
  <a:themeElements>
    <a:clrScheme name="MQ_Brand-2020">
      <a:dk1>
        <a:srgbClr val="000000"/>
      </a:dk1>
      <a:lt1>
        <a:srgbClr val="FFFFFF"/>
      </a:lt1>
      <a:dk2>
        <a:srgbClr val="094F93"/>
      </a:dk2>
      <a:lt2>
        <a:srgbClr val="7D8287"/>
      </a:lt2>
      <a:accent1>
        <a:srgbClr val="55C2CB"/>
      </a:accent1>
      <a:accent2>
        <a:srgbClr val="1BB0C3"/>
      </a:accent2>
      <a:accent3>
        <a:srgbClr val="0093B7"/>
      </a:accent3>
      <a:accent4>
        <a:srgbClr val="2D6794"/>
      </a:accent4>
      <a:accent5>
        <a:srgbClr val="5657EB"/>
      </a:accent5>
      <a:accent6>
        <a:srgbClr val="E48934"/>
      </a:accent6>
      <a:hlink>
        <a:srgbClr val="094F93"/>
      </a:hlink>
      <a:folHlink>
        <a:srgbClr val="152C5A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Q_Generic Presentation_TEMPLATE" id="{049650FB-F28F-4399-B297-6D38F890E9AE}" vid="{F291C11C-7599-44A7-8754-6E8A4D931A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16E92D85D59548AA9E490209A15223" ma:contentTypeVersion="19" ma:contentTypeDescription="Create a new document." ma:contentTypeScope="" ma:versionID="82d0d2b43391961e5d5f9f33af6c3d02">
  <xsd:schema xmlns:xsd="http://www.w3.org/2001/XMLSchema" xmlns:xs="http://www.w3.org/2001/XMLSchema" xmlns:p="http://schemas.microsoft.com/office/2006/metadata/properties" xmlns:ns2="fd483c91-4ab0-49e3-849b-cc8254cb7112" xmlns:ns3="85cee626-c6cb-405b-b415-b7d36b9a4a96" targetNamespace="http://schemas.microsoft.com/office/2006/metadata/properties" ma:root="true" ma:fieldsID="7f46c8547791c5583bc9a6ad9beee888" ns2:_="" ns3:_="">
    <xsd:import namespace="fd483c91-4ab0-49e3-849b-cc8254cb7112"/>
    <xsd:import namespace="85cee626-c6cb-405b-b415-b7d36b9a4a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483c91-4ab0-49e3-849b-cc8254cb71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2ef0154-aede-4344-9263-f4b653161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cee626-c6cb-405b-b415-b7d36b9a4a9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92144c36-2495-43a9-9726-12b2de90207a}" ma:internalName="TaxCatchAll" ma:showField="CatchAllData" ma:web="85cee626-c6cb-405b-b415-b7d36b9a4a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5cee626-c6cb-405b-b415-b7d36b9a4a96" xsi:nil="true"/>
    <lcf76f155ced4ddcb4097134ff3c332f xmlns="fd483c91-4ab0-49e3-849b-cc8254cb7112">
      <Terms xmlns="http://schemas.microsoft.com/office/infopath/2007/PartnerControls"/>
    </lcf76f155ced4ddcb4097134ff3c332f>
    <SharedWithUsers xmlns="85cee626-c6cb-405b-b415-b7d36b9a4a96">
      <UserInfo>
        <DisplayName>Naomi Wood</DisplayName>
        <AccountId>415</AccountId>
        <AccountType/>
      </UserInfo>
      <UserInfo>
        <DisplayName>Chris Soldan</DisplayName>
        <AccountId>736</AccountId>
        <AccountType/>
      </UserInfo>
      <UserInfo>
        <DisplayName>Dania Sohail</DisplayName>
        <AccountId>617</AccountId>
        <AccountType/>
      </UserInfo>
      <UserInfo>
        <DisplayName>Kellianne Lauer</DisplayName>
        <AccountId>11</AccountId>
        <AccountType/>
      </UserInfo>
      <UserInfo>
        <DisplayName>Jamie Burns</DisplayName>
        <AccountId>420</AccountId>
        <AccountType/>
      </UserInfo>
      <UserInfo>
        <DisplayName>Cameron Clemence</DisplayName>
        <AccountId>16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EB0BDAB0-4BD7-4D56-8A23-591B68891D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F95B580-8D53-42EF-BD29-D2288AE01F46}">
  <ds:schemaRefs>
    <ds:schemaRef ds:uri="85cee626-c6cb-405b-b415-b7d36b9a4a96"/>
    <ds:schemaRef ds:uri="fd483c91-4ab0-49e3-849b-cc8254cb711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4CF263B-91DA-40EF-9A4B-7C1EEF800399}">
  <ds:schemaRefs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85cee626-c6cb-405b-b415-b7d36b9a4a96"/>
    <ds:schemaRef ds:uri="http://schemas.microsoft.com/office/infopath/2007/PartnerControls"/>
    <ds:schemaRef ds:uri="http://schemas.microsoft.com/office/2006/metadata/properties"/>
    <ds:schemaRef ds:uri="fd483c91-4ab0-49e3-849b-cc8254cb711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MQ_RUP_Webinar Debrief_Template 2022</Template>
  <TotalTime>0</TotalTime>
  <Words>963</Words>
  <Application>Microsoft Office PowerPoint</Application>
  <PresentationFormat>Widescreen</PresentationFormat>
  <Paragraphs>116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var(--headline-font)</vt:lpstr>
      <vt:lpstr>MQ_Brand-2020</vt:lpstr>
      <vt:lpstr>McAllister &amp; Quinn</vt:lpstr>
      <vt:lpstr>Key Takeaways</vt:lpstr>
      <vt:lpstr>Carnegie and HERD Rank Benchmark w/ RUP Clients</vt:lpstr>
      <vt:lpstr>Summary of Research Strengths/Profile</vt:lpstr>
      <vt:lpstr>Interim Vice President for Research, Heidi Grunwald</vt:lpstr>
      <vt:lpstr>NSF Performance</vt:lpstr>
      <vt:lpstr>NIH Reporter</vt:lpstr>
      <vt:lpstr>NIH Reporter</vt:lpstr>
      <vt:lpstr>NIH Reporter</vt:lpstr>
      <vt:lpstr>Scholarly Output (SciVal)</vt:lpstr>
      <vt:lpstr>Recent Press</vt:lpstr>
      <vt:lpstr>Lobbying Intelligence</vt:lpstr>
      <vt:lpstr>Lobbyists at Lewis Burke</vt:lpstr>
      <vt:lpstr>Congressional Delegation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Jamie Burns</dc:creator>
  <cp:lastModifiedBy>Jack Zeis</cp:lastModifiedBy>
  <cp:revision>3</cp:revision>
  <cp:lastPrinted>2024-03-26T19:42:47Z</cp:lastPrinted>
  <dcterms:created xsi:type="dcterms:W3CDTF">2022-08-01T15:59:12Z</dcterms:created>
  <dcterms:modified xsi:type="dcterms:W3CDTF">2026-07-08T18:38:11Z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0x0101002C16E92D85D59548AA9E490209A15223</vt:lpwstr>
  </property>
  <property fmtid="{D5CDD505-2E9C-101B-9397-08002B2CF9AE}" pid="3" name="MediaServiceImageTags">
    <vt:lpwstr/>
  </property>
</Properties>
</file>